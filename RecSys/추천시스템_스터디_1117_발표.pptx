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7" r:id="rId5"/>
    <p:sldId id="258" r:id="rId6"/>
    <p:sldId id="260" r:id="rId7"/>
    <p:sldId id="265" r:id="rId8"/>
    <p:sldId id="268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7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5"/>
    <a:srgbClr val="000000"/>
    <a:srgbClr val="1926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6BC44-E618-4EC3-81C6-C9C2BA953917}" v="176" dt="2025-11-17T11:56:27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승원" userId="498bb430-7167-428b-b373-ba47dd6c2247" providerId="ADAL" clId="{004CEBFE-6AB0-499E-B2DD-1818AD6EA4A0}"/>
    <pc:docChg chg="undo custSel addSld delSld modSld sldOrd">
      <pc:chgData name="한승원" userId="498bb430-7167-428b-b373-ba47dd6c2247" providerId="ADAL" clId="{004CEBFE-6AB0-499E-B2DD-1818AD6EA4A0}" dt="2025-11-17T11:56:27.552" v="4786"/>
      <pc:docMkLst>
        <pc:docMk/>
      </pc:docMkLst>
      <pc:sldChg chg="addSp delSp modSp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0" sldId="257"/>
        </pc:sldMkLst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0" sldId="257"/>
            <ac:picMk id="5" creationId="{C0BB85DA-4411-7F3F-F96B-3BA16F2FA21E}"/>
          </ac:picMkLst>
        </pc:picChg>
      </pc:sldChg>
      <pc:sldChg chg="addSp delSp modSp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0" sldId="258"/>
        </pc:sldMkLst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0" sldId="258"/>
            <ac:picMk id="7" creationId="{A8F4560E-C837-2802-F2A3-29A75046C59C}"/>
          </ac:picMkLst>
        </pc:picChg>
      </pc:sldChg>
      <pc:sldChg chg="addSp delSp modSp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2848500147" sldId="260"/>
        </pc:sldMkLst>
        <pc:picChg chg="add del">
          <ac:chgData name="한승원" userId="498bb430-7167-428b-b373-ba47dd6c2247" providerId="ADAL" clId="{004CEBFE-6AB0-499E-B2DD-1818AD6EA4A0}" dt="2025-11-17T09:30:51.962" v="1" actId="478"/>
          <ac:picMkLst>
            <pc:docMk/>
            <pc:sldMk cId="2848500147" sldId="260"/>
            <ac:picMk id="2" creationId="{F1710A16-18F0-89A2-A13D-7B630AE6D81F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2848500147" sldId="260"/>
            <ac:picMk id="14" creationId="{F5F6C699-93F4-05FA-DF1E-C4C0C3A29055}"/>
          </ac:picMkLst>
        </pc:picChg>
      </pc:sldChg>
      <pc:sldChg chg="del">
        <pc:chgData name="한승원" userId="498bb430-7167-428b-b373-ba47dd6c2247" providerId="ADAL" clId="{004CEBFE-6AB0-499E-B2DD-1818AD6EA4A0}" dt="2025-11-17T09:30:54.190" v="2" actId="47"/>
        <pc:sldMkLst>
          <pc:docMk/>
          <pc:sldMk cId="3296108440" sldId="261"/>
        </pc:sldMkLst>
      </pc:sldChg>
      <pc:sldChg chg="del">
        <pc:chgData name="한승원" userId="498bb430-7167-428b-b373-ba47dd6c2247" providerId="ADAL" clId="{004CEBFE-6AB0-499E-B2DD-1818AD6EA4A0}" dt="2025-11-17T09:30:54.940" v="3" actId="47"/>
        <pc:sldMkLst>
          <pc:docMk/>
          <pc:sldMk cId="3390267395" sldId="262"/>
        </pc:sldMkLst>
      </pc:sldChg>
      <pc:sldChg chg="del">
        <pc:chgData name="한승원" userId="498bb430-7167-428b-b373-ba47dd6c2247" providerId="ADAL" clId="{004CEBFE-6AB0-499E-B2DD-1818AD6EA4A0}" dt="2025-11-17T09:30:55.845" v="4" actId="47"/>
        <pc:sldMkLst>
          <pc:docMk/>
          <pc:sldMk cId="721699057" sldId="263"/>
        </pc:sldMkLst>
      </pc:sldChg>
      <pc:sldChg chg="del">
        <pc:chgData name="한승원" userId="498bb430-7167-428b-b373-ba47dd6c2247" providerId="ADAL" clId="{004CEBFE-6AB0-499E-B2DD-1818AD6EA4A0}" dt="2025-11-17T09:30:56.683" v="5" actId="47"/>
        <pc:sldMkLst>
          <pc:docMk/>
          <pc:sldMk cId="1333844185" sldId="264"/>
        </pc:sldMkLst>
      </pc:sldChg>
      <pc:sldChg chg="addSp delSp modSp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3068136611" sldId="265"/>
        </pc:sldMkLst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3068136611" sldId="265"/>
            <ac:picMk id="14" creationId="{D49F9958-2D31-56A3-8457-E4BFAE53E20C}"/>
          </ac:picMkLst>
        </pc:picChg>
      </pc:sldChg>
      <pc:sldChg chg="del">
        <pc:chgData name="한승원" userId="498bb430-7167-428b-b373-ba47dd6c2247" providerId="ADAL" clId="{004CEBFE-6AB0-499E-B2DD-1818AD6EA4A0}" dt="2025-11-17T09:31:02.460" v="6" actId="47"/>
        <pc:sldMkLst>
          <pc:docMk/>
          <pc:sldMk cId="3968724422" sldId="266"/>
        </pc:sldMkLst>
      </pc:sldChg>
      <pc:sldChg chg="del">
        <pc:chgData name="한승원" userId="498bb430-7167-428b-b373-ba47dd6c2247" providerId="ADAL" clId="{004CEBFE-6AB0-499E-B2DD-1818AD6EA4A0}" dt="2025-11-17T09:31:06.565" v="7" actId="47"/>
        <pc:sldMkLst>
          <pc:docMk/>
          <pc:sldMk cId="3064979185" sldId="267"/>
        </pc:sldMkLst>
      </pc:sldChg>
      <pc:sldChg chg="addSp delSp modSp mod modTransition delAnim">
        <pc:chgData name="한승원" userId="498bb430-7167-428b-b373-ba47dd6c2247" providerId="ADAL" clId="{004CEBFE-6AB0-499E-B2DD-1818AD6EA4A0}" dt="2025-11-17T11:56:27.552" v="4786"/>
        <pc:sldMkLst>
          <pc:docMk/>
          <pc:sldMk cId="2186438113" sldId="268"/>
        </pc:sldMkLst>
        <pc:spChg chg="mod">
          <ac:chgData name="한승원" userId="498bb430-7167-428b-b373-ba47dd6c2247" providerId="ADAL" clId="{004CEBFE-6AB0-499E-B2DD-1818AD6EA4A0}" dt="2025-11-17T09:33:12.220" v="191" actId="20577"/>
          <ac:spMkLst>
            <pc:docMk/>
            <pc:sldMk cId="2186438113" sldId="268"/>
            <ac:spMk id="2" creationId="{06A732F1-E8DE-D187-00E9-E603A940EDA8}"/>
          </ac:spMkLst>
        </pc:spChg>
        <pc:spChg chg="add mod">
          <ac:chgData name="한승원" userId="498bb430-7167-428b-b373-ba47dd6c2247" providerId="ADAL" clId="{004CEBFE-6AB0-499E-B2DD-1818AD6EA4A0}" dt="2025-11-17T09:33:06.871" v="177" actId="1076"/>
          <ac:spMkLst>
            <pc:docMk/>
            <pc:sldMk cId="2186438113" sldId="268"/>
            <ac:spMk id="3" creationId="{7F556A1A-934C-FF9F-A771-F2BDE040255B}"/>
          </ac:spMkLst>
        </pc:spChg>
        <pc:spChg chg="add mod">
          <ac:chgData name="한승원" userId="498bb430-7167-428b-b373-ba47dd6c2247" providerId="ADAL" clId="{004CEBFE-6AB0-499E-B2DD-1818AD6EA4A0}" dt="2025-11-17T09:33:06.871" v="177" actId="1076"/>
          <ac:spMkLst>
            <pc:docMk/>
            <pc:sldMk cId="2186438113" sldId="268"/>
            <ac:spMk id="4" creationId="{B0234D34-B2D2-6338-7736-767F4F37F02F}"/>
          </ac:spMkLst>
        </pc:spChg>
        <pc:spChg chg="del mod">
          <ac:chgData name="한승원" userId="498bb430-7167-428b-b373-ba47dd6c2247" providerId="ADAL" clId="{004CEBFE-6AB0-499E-B2DD-1818AD6EA4A0}" dt="2025-11-17T09:32:50.932" v="172" actId="478"/>
          <ac:spMkLst>
            <pc:docMk/>
            <pc:sldMk cId="2186438113" sldId="268"/>
            <ac:spMk id="5" creationId="{9F92BF7A-C845-5046-5B4F-40A50ED9E07C}"/>
          </ac:spMkLst>
        </pc:spChg>
        <pc:spChg chg="add mod">
          <ac:chgData name="한승원" userId="498bb430-7167-428b-b373-ba47dd6c2247" providerId="ADAL" clId="{004CEBFE-6AB0-499E-B2DD-1818AD6EA4A0}" dt="2025-11-17T09:33:06.871" v="177" actId="1076"/>
          <ac:spMkLst>
            <pc:docMk/>
            <pc:sldMk cId="2186438113" sldId="268"/>
            <ac:spMk id="6" creationId="{C1273252-E509-01FE-54DF-CE1D2A4B0D3A}"/>
          </ac:spMkLst>
        </pc:spChg>
        <pc:spChg chg="del mod">
          <ac:chgData name="한승원" userId="498bb430-7167-428b-b373-ba47dd6c2247" providerId="ADAL" clId="{004CEBFE-6AB0-499E-B2DD-1818AD6EA4A0}" dt="2025-11-17T09:32:50.932" v="172" actId="478"/>
          <ac:spMkLst>
            <pc:docMk/>
            <pc:sldMk cId="2186438113" sldId="268"/>
            <ac:spMk id="7" creationId="{ECD26D1A-AA4E-AAE6-82B0-FCDD267A9E12}"/>
          </ac:spMkLst>
        </pc:spChg>
        <pc:spChg chg="add mod">
          <ac:chgData name="한승원" userId="498bb430-7167-428b-b373-ba47dd6c2247" providerId="ADAL" clId="{004CEBFE-6AB0-499E-B2DD-1818AD6EA4A0}" dt="2025-11-17T09:33:06.871" v="177" actId="1076"/>
          <ac:spMkLst>
            <pc:docMk/>
            <pc:sldMk cId="2186438113" sldId="268"/>
            <ac:spMk id="8" creationId="{E4F5E3B7-E437-7816-8F49-88F3BB9CDF29}"/>
          </ac:spMkLst>
        </pc:spChg>
        <pc:spChg chg="add mod">
          <ac:chgData name="한승원" userId="498bb430-7167-428b-b373-ba47dd6c2247" providerId="ADAL" clId="{004CEBFE-6AB0-499E-B2DD-1818AD6EA4A0}" dt="2025-11-17T09:33:17.033" v="192" actId="1076"/>
          <ac:spMkLst>
            <pc:docMk/>
            <pc:sldMk cId="2186438113" sldId="268"/>
            <ac:spMk id="10" creationId="{1A1F622E-8491-3D3E-244F-3D80C181A078}"/>
          </ac:spMkLst>
        </pc:spChg>
        <pc:spChg chg="del mod">
          <ac:chgData name="한승원" userId="498bb430-7167-428b-b373-ba47dd6c2247" providerId="ADAL" clId="{004CEBFE-6AB0-499E-B2DD-1818AD6EA4A0}" dt="2025-11-17T09:32:50.932" v="172" actId="478"/>
          <ac:spMkLst>
            <pc:docMk/>
            <pc:sldMk cId="2186438113" sldId="268"/>
            <ac:spMk id="14" creationId="{F8470F9D-B336-C48D-B118-62EC5AC108B8}"/>
          </ac:spMkLst>
        </pc:spChg>
        <pc:spChg chg="del mod">
          <ac:chgData name="한승원" userId="498bb430-7167-428b-b373-ba47dd6c2247" providerId="ADAL" clId="{004CEBFE-6AB0-499E-B2DD-1818AD6EA4A0}" dt="2025-11-17T09:32:50.932" v="172" actId="478"/>
          <ac:spMkLst>
            <pc:docMk/>
            <pc:sldMk cId="2186438113" sldId="268"/>
            <ac:spMk id="15" creationId="{17EB4236-C5B3-FB64-DABB-52A99DBA11E6}"/>
          </ac:spMkLst>
        </pc:spChg>
        <pc:spChg chg="del">
          <ac:chgData name="한승원" userId="498bb430-7167-428b-b373-ba47dd6c2247" providerId="ADAL" clId="{004CEBFE-6AB0-499E-B2DD-1818AD6EA4A0}" dt="2025-11-17T09:32:20.680" v="163" actId="478"/>
          <ac:spMkLst>
            <pc:docMk/>
            <pc:sldMk cId="2186438113" sldId="268"/>
            <ac:spMk id="16" creationId="{2B851EA6-D41E-AEB1-F63F-37B96A49D179}"/>
          </ac:spMkLst>
        </pc:spChg>
        <pc:picChg chg="add mod">
          <ac:chgData name="한승원" userId="498bb430-7167-428b-b373-ba47dd6c2247" providerId="ADAL" clId="{004CEBFE-6AB0-499E-B2DD-1818AD6EA4A0}" dt="2025-11-17T09:33:06.871" v="177" actId="1076"/>
          <ac:picMkLst>
            <pc:docMk/>
            <pc:sldMk cId="2186438113" sldId="268"/>
            <ac:picMk id="9" creationId="{C7607059-2FC6-B5E9-C2E7-F092AA2BBAF1}"/>
          </ac:picMkLst>
        </pc:picChg>
        <pc:picChg chg="add mod">
          <ac:chgData name="한승원" userId="498bb430-7167-428b-b373-ba47dd6c2247" providerId="ADAL" clId="{004CEBFE-6AB0-499E-B2DD-1818AD6EA4A0}" dt="2025-11-17T09:33:17.033" v="192" actId="1076"/>
          <ac:picMkLst>
            <pc:docMk/>
            <pc:sldMk cId="2186438113" sldId="268"/>
            <ac:picMk id="11" creationId="{2BF14754-7808-3247-B764-35F8ECECAD5C}"/>
          </ac:picMkLst>
        </pc:picChg>
        <pc:picChg chg="del mod">
          <ac:chgData name="한승원" userId="498bb430-7167-428b-b373-ba47dd6c2247" providerId="ADAL" clId="{004CEBFE-6AB0-499E-B2DD-1818AD6EA4A0}" dt="2025-11-17T09:32:50.932" v="172" actId="478"/>
          <ac:picMkLst>
            <pc:docMk/>
            <pc:sldMk cId="2186438113" sldId="268"/>
            <ac:picMk id="12" creationId="{E46B1161-6305-ACFD-082F-F510C5A35F60}"/>
          </ac:picMkLst>
        </pc:picChg>
        <pc:picChg chg="add del mod">
          <ac:chgData name="한승원" userId="498bb430-7167-428b-b373-ba47dd6c2247" providerId="ADAL" clId="{004CEBFE-6AB0-499E-B2DD-1818AD6EA4A0}" dt="2025-11-17T11:56:01.370" v="4784" actId="478"/>
          <ac:picMkLst>
            <pc:docMk/>
            <pc:sldMk cId="2186438113" sldId="268"/>
            <ac:picMk id="22" creationId="{E188FC66-5225-2A4C-8A79-DCDBB1FDD519}"/>
          </ac:picMkLst>
        </pc:picChg>
      </pc:sldChg>
      <pc:sldChg chg="del">
        <pc:chgData name="한승원" userId="498bb430-7167-428b-b373-ba47dd6c2247" providerId="ADAL" clId="{004CEBFE-6AB0-499E-B2DD-1818AD6EA4A0}" dt="2025-11-17T09:32:32.590" v="166" actId="47"/>
        <pc:sldMkLst>
          <pc:docMk/>
          <pc:sldMk cId="3661730584" sldId="269"/>
        </pc:sldMkLst>
      </pc:sldChg>
      <pc:sldChg chg="del">
        <pc:chgData name="한승원" userId="498bb430-7167-428b-b373-ba47dd6c2247" providerId="ADAL" clId="{004CEBFE-6AB0-499E-B2DD-1818AD6EA4A0}" dt="2025-11-17T09:32:33.261" v="167" actId="47"/>
        <pc:sldMkLst>
          <pc:docMk/>
          <pc:sldMk cId="132964018" sldId="270"/>
        </pc:sldMkLst>
      </pc:sldChg>
      <pc:sldChg chg="add del">
        <pc:chgData name="한승원" userId="498bb430-7167-428b-b373-ba47dd6c2247" providerId="ADAL" clId="{004CEBFE-6AB0-499E-B2DD-1818AD6EA4A0}" dt="2025-11-17T09:33:20.178" v="193" actId="47"/>
        <pc:sldMkLst>
          <pc:docMk/>
          <pc:sldMk cId="1338432173" sldId="271"/>
        </pc:sldMkLst>
      </pc:sldChg>
      <pc:sldChg chg="add del">
        <pc:chgData name="한승원" userId="498bb430-7167-428b-b373-ba47dd6c2247" providerId="ADAL" clId="{004CEBFE-6AB0-499E-B2DD-1818AD6EA4A0}" dt="2025-11-17T09:33:22.902" v="194" actId="47"/>
        <pc:sldMkLst>
          <pc:docMk/>
          <pc:sldMk cId="1751686937" sldId="272"/>
        </pc:sldMkLst>
      </pc:sldChg>
      <pc:sldChg chg="modTransition">
        <pc:chgData name="한승원" userId="498bb430-7167-428b-b373-ba47dd6c2247" providerId="ADAL" clId="{004CEBFE-6AB0-499E-B2DD-1818AD6EA4A0}" dt="2025-11-17T11:56:27.552" v="4786"/>
        <pc:sldMkLst>
          <pc:docMk/>
          <pc:sldMk cId="1791846954" sldId="273"/>
        </pc:sldMkLst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1226541770" sldId="274"/>
        </pc:sldMkLst>
        <pc:spChg chg="del">
          <ac:chgData name="한승원" userId="498bb430-7167-428b-b373-ba47dd6c2247" providerId="ADAL" clId="{004CEBFE-6AB0-499E-B2DD-1818AD6EA4A0}" dt="2025-11-17T09:33:47.118" v="199" actId="478"/>
          <ac:spMkLst>
            <pc:docMk/>
            <pc:sldMk cId="1226541770" sldId="274"/>
            <ac:spMk id="2" creationId="{09B2838F-0657-41D4-E6D5-5B8A5B39F5A5}"/>
          </ac:spMkLst>
        </pc:spChg>
        <pc:spChg chg="del">
          <ac:chgData name="한승원" userId="498bb430-7167-428b-b373-ba47dd6c2247" providerId="ADAL" clId="{004CEBFE-6AB0-499E-B2DD-1818AD6EA4A0}" dt="2025-11-17T09:33:42.838" v="196" actId="478"/>
          <ac:spMkLst>
            <pc:docMk/>
            <pc:sldMk cId="1226541770" sldId="274"/>
            <ac:spMk id="3" creationId="{5E3C29FF-1AB7-AF26-67E7-A28FB7133624}"/>
          </ac:spMkLst>
        </pc:spChg>
        <pc:spChg chg="del">
          <ac:chgData name="한승원" userId="498bb430-7167-428b-b373-ba47dd6c2247" providerId="ADAL" clId="{004CEBFE-6AB0-499E-B2DD-1818AD6EA4A0}" dt="2025-11-17T09:33:42.838" v="196" actId="478"/>
          <ac:spMkLst>
            <pc:docMk/>
            <pc:sldMk cId="1226541770" sldId="274"/>
            <ac:spMk id="4" creationId="{729F99AC-57AC-CEAE-0057-1DFCFA7BD478}"/>
          </ac:spMkLst>
        </pc:spChg>
        <pc:spChg chg="add mod">
          <ac:chgData name="한승원" userId="498bb430-7167-428b-b373-ba47dd6c2247" providerId="ADAL" clId="{004CEBFE-6AB0-499E-B2DD-1818AD6EA4A0}" dt="2025-11-17T09:34:42.727" v="242" actId="20577"/>
          <ac:spMkLst>
            <pc:docMk/>
            <pc:sldMk cId="1226541770" sldId="274"/>
            <ac:spMk id="5" creationId="{B6D04551-071F-EF5A-07B2-44A120421AF7}"/>
          </ac:spMkLst>
        </pc:spChg>
        <pc:spChg chg="del mod">
          <ac:chgData name="한승원" userId="498bb430-7167-428b-b373-ba47dd6c2247" providerId="ADAL" clId="{004CEBFE-6AB0-499E-B2DD-1818AD6EA4A0}" dt="2025-11-17T09:33:45.839" v="198" actId="478"/>
          <ac:spMkLst>
            <pc:docMk/>
            <pc:sldMk cId="1226541770" sldId="274"/>
            <ac:spMk id="6" creationId="{59B37098-A559-EFF9-7952-49E01132B58F}"/>
          </ac:spMkLst>
        </pc:spChg>
        <pc:spChg chg="add mod">
          <ac:chgData name="한승원" userId="498bb430-7167-428b-b373-ba47dd6c2247" providerId="ADAL" clId="{004CEBFE-6AB0-499E-B2DD-1818AD6EA4A0}" dt="2025-11-17T09:35:09.941" v="275" actId="1076"/>
          <ac:spMkLst>
            <pc:docMk/>
            <pc:sldMk cId="1226541770" sldId="274"/>
            <ac:spMk id="7" creationId="{60BF2A5C-6134-4CB2-1726-905CAD15A0E0}"/>
          </ac:spMkLst>
        </pc:spChg>
        <pc:spChg chg="del">
          <ac:chgData name="한승원" userId="498bb430-7167-428b-b373-ba47dd6c2247" providerId="ADAL" clId="{004CEBFE-6AB0-499E-B2DD-1818AD6EA4A0}" dt="2025-11-17T09:33:42.838" v="196" actId="478"/>
          <ac:spMkLst>
            <pc:docMk/>
            <pc:sldMk cId="1226541770" sldId="274"/>
            <ac:spMk id="8" creationId="{C7DD8A27-ED96-919B-95CB-26C68F67EAA9}"/>
          </ac:spMkLst>
        </pc:spChg>
        <pc:spChg chg="del">
          <ac:chgData name="한승원" userId="498bb430-7167-428b-b373-ba47dd6c2247" providerId="ADAL" clId="{004CEBFE-6AB0-499E-B2DD-1818AD6EA4A0}" dt="2025-11-17T09:33:42.838" v="196" actId="478"/>
          <ac:spMkLst>
            <pc:docMk/>
            <pc:sldMk cId="1226541770" sldId="274"/>
            <ac:spMk id="10" creationId="{1B646BE0-EC9F-BF9C-D80C-160434B9D948}"/>
          </ac:spMkLst>
        </pc:spChg>
        <pc:spChg chg="add mod">
          <ac:chgData name="한승원" userId="498bb430-7167-428b-b373-ba47dd6c2247" providerId="ADAL" clId="{004CEBFE-6AB0-499E-B2DD-1818AD6EA4A0}" dt="2025-11-17T09:35:08.159" v="274" actId="1076"/>
          <ac:spMkLst>
            <pc:docMk/>
            <pc:sldMk cId="1226541770" sldId="274"/>
            <ac:spMk id="12" creationId="{0D7B980F-71C0-1086-B02F-288FAD4880B9}"/>
          </ac:spMkLst>
        </pc:spChg>
        <pc:spChg chg="add mod">
          <ac:chgData name="한승원" userId="498bb430-7167-428b-b373-ba47dd6c2247" providerId="ADAL" clId="{004CEBFE-6AB0-499E-B2DD-1818AD6EA4A0}" dt="2025-11-17T09:36:11.618" v="481" actId="1076"/>
          <ac:spMkLst>
            <pc:docMk/>
            <pc:sldMk cId="1226541770" sldId="274"/>
            <ac:spMk id="13" creationId="{8A979686-2369-3540-2620-392F9BC17202}"/>
          </ac:spMkLst>
        </pc:spChg>
        <pc:spChg chg="add mod">
          <ac:chgData name="한승원" userId="498bb430-7167-428b-b373-ba47dd6c2247" providerId="ADAL" clId="{004CEBFE-6AB0-499E-B2DD-1818AD6EA4A0}" dt="2025-11-17T09:36:42.944" v="588" actId="20577"/>
          <ac:spMkLst>
            <pc:docMk/>
            <pc:sldMk cId="1226541770" sldId="274"/>
            <ac:spMk id="14" creationId="{7A3CE083-882B-C006-C997-9F5826F9F804}"/>
          </ac:spMkLst>
        </pc:spChg>
        <pc:spChg chg="add mod">
          <ac:chgData name="한승원" userId="498bb430-7167-428b-b373-ba47dd6c2247" providerId="ADAL" clId="{004CEBFE-6AB0-499E-B2DD-1818AD6EA4A0}" dt="2025-11-17T09:37:15.489" v="759" actId="20577"/>
          <ac:spMkLst>
            <pc:docMk/>
            <pc:sldMk cId="1226541770" sldId="274"/>
            <ac:spMk id="15" creationId="{D9062A22-31BF-F411-F805-5F03438CF9A1}"/>
          </ac:spMkLst>
        </pc:spChg>
        <pc:spChg chg="mod">
          <ac:chgData name="한승원" userId="498bb430-7167-428b-b373-ba47dd6c2247" providerId="ADAL" clId="{004CEBFE-6AB0-499E-B2DD-1818AD6EA4A0}" dt="2025-11-17T09:33:56.338" v="221" actId="20577"/>
          <ac:spMkLst>
            <pc:docMk/>
            <pc:sldMk cId="1226541770" sldId="274"/>
            <ac:spMk id="66" creationId="{2A4A404D-D5DE-14C5-1D22-F8900BD10733}"/>
          </ac:spMkLst>
        </pc:spChg>
        <pc:picChg chg="del">
          <ac:chgData name="한승원" userId="498bb430-7167-428b-b373-ba47dd6c2247" providerId="ADAL" clId="{004CEBFE-6AB0-499E-B2DD-1818AD6EA4A0}" dt="2025-11-17T09:33:42.838" v="196" actId="478"/>
          <ac:picMkLst>
            <pc:docMk/>
            <pc:sldMk cId="1226541770" sldId="274"/>
            <ac:picMk id="9" creationId="{27A19B03-9DF6-5078-1BB6-85E389D12223}"/>
          </ac:picMkLst>
        </pc:picChg>
        <pc:picChg chg="del">
          <ac:chgData name="한승원" userId="498bb430-7167-428b-b373-ba47dd6c2247" providerId="ADAL" clId="{004CEBFE-6AB0-499E-B2DD-1818AD6EA4A0}" dt="2025-11-17T09:33:42.838" v="196" actId="478"/>
          <ac:picMkLst>
            <pc:docMk/>
            <pc:sldMk cId="1226541770" sldId="274"/>
            <ac:picMk id="11" creationId="{3F8B523E-4471-D5B4-1488-757D3B21B4F9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1226541770" sldId="274"/>
            <ac:picMk id="21" creationId="{2FF1A96C-4467-13CE-1F7E-EF67F0668BF7}"/>
          </ac:picMkLst>
        </pc:pic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4157527367" sldId="275"/>
        </pc:sldMkLst>
        <pc:spChg chg="add mod">
          <ac:chgData name="한승원" userId="498bb430-7167-428b-b373-ba47dd6c2247" providerId="ADAL" clId="{004CEBFE-6AB0-499E-B2DD-1818AD6EA4A0}" dt="2025-11-17T09:38:52.135" v="847" actId="571"/>
          <ac:spMkLst>
            <pc:docMk/>
            <pc:sldMk cId="4157527367" sldId="275"/>
            <ac:spMk id="2" creationId="{D25398EC-54A5-00C1-47AC-CC1E52340D62}"/>
          </ac:spMkLst>
        </pc:spChg>
        <pc:spChg chg="del">
          <ac:chgData name="한승원" userId="498bb430-7167-428b-b373-ba47dd6c2247" providerId="ADAL" clId="{004CEBFE-6AB0-499E-B2DD-1818AD6EA4A0}" dt="2025-11-17T09:38:08.483" v="787" actId="478"/>
          <ac:spMkLst>
            <pc:docMk/>
            <pc:sldMk cId="4157527367" sldId="275"/>
            <ac:spMk id="5" creationId="{4B2DF203-03A0-E277-7914-D908B79DA21D}"/>
          </ac:spMkLst>
        </pc:spChg>
        <pc:spChg chg="del mod">
          <ac:chgData name="한승원" userId="498bb430-7167-428b-b373-ba47dd6c2247" providerId="ADAL" clId="{004CEBFE-6AB0-499E-B2DD-1818AD6EA4A0}" dt="2025-11-17T09:40:23.251" v="861" actId="478"/>
          <ac:spMkLst>
            <pc:docMk/>
            <pc:sldMk cId="4157527367" sldId="275"/>
            <ac:spMk id="7" creationId="{9CE17B20-EE2D-92E4-FC04-BC26FCD5DDC9}"/>
          </ac:spMkLst>
        </pc:spChg>
        <pc:spChg chg="del">
          <ac:chgData name="한승원" userId="498bb430-7167-428b-b373-ba47dd6c2247" providerId="ADAL" clId="{004CEBFE-6AB0-499E-B2DD-1818AD6EA4A0}" dt="2025-11-17T09:38:10.869" v="788" actId="478"/>
          <ac:spMkLst>
            <pc:docMk/>
            <pc:sldMk cId="4157527367" sldId="275"/>
            <ac:spMk id="12" creationId="{F54D1CD8-796D-8B59-7B6A-0E0D3A3C5D8F}"/>
          </ac:spMkLst>
        </pc:spChg>
        <pc:spChg chg="del">
          <ac:chgData name="한승원" userId="498bb430-7167-428b-b373-ba47dd6c2247" providerId="ADAL" clId="{004CEBFE-6AB0-499E-B2DD-1818AD6EA4A0}" dt="2025-11-17T09:38:08.483" v="787" actId="478"/>
          <ac:spMkLst>
            <pc:docMk/>
            <pc:sldMk cId="4157527367" sldId="275"/>
            <ac:spMk id="13" creationId="{F94045E7-CA8E-09AD-603D-F7691686E82A}"/>
          </ac:spMkLst>
        </pc:spChg>
        <pc:spChg chg="del mod">
          <ac:chgData name="한승원" userId="498bb430-7167-428b-b373-ba47dd6c2247" providerId="ADAL" clId="{004CEBFE-6AB0-499E-B2DD-1818AD6EA4A0}" dt="2025-11-17T09:38:55.744" v="848" actId="478"/>
          <ac:spMkLst>
            <pc:docMk/>
            <pc:sldMk cId="4157527367" sldId="275"/>
            <ac:spMk id="14" creationId="{073EF561-C637-9847-873B-8716D34B082A}"/>
          </ac:spMkLst>
        </pc:spChg>
        <pc:spChg chg="del">
          <ac:chgData name="한승원" userId="498bb430-7167-428b-b373-ba47dd6c2247" providerId="ADAL" clId="{004CEBFE-6AB0-499E-B2DD-1818AD6EA4A0}" dt="2025-11-17T09:38:10.869" v="788" actId="478"/>
          <ac:spMkLst>
            <pc:docMk/>
            <pc:sldMk cId="4157527367" sldId="275"/>
            <ac:spMk id="15" creationId="{F9C32F42-C51E-5273-C4C0-A573A4C1F470}"/>
          </ac:spMkLst>
        </pc:spChg>
        <pc:spChg chg="add mod">
          <ac:chgData name="한승원" userId="498bb430-7167-428b-b373-ba47dd6c2247" providerId="ADAL" clId="{004CEBFE-6AB0-499E-B2DD-1818AD6EA4A0}" dt="2025-11-17T09:42:36.614" v="960" actId="1076"/>
          <ac:spMkLst>
            <pc:docMk/>
            <pc:sldMk cId="4157527367" sldId="275"/>
            <ac:spMk id="20" creationId="{6665F602-104B-A4C8-FB93-A43D62259297}"/>
          </ac:spMkLst>
        </pc:spChg>
        <pc:spChg chg="add mod">
          <ac:chgData name="한승원" userId="498bb430-7167-428b-b373-ba47dd6c2247" providerId="ADAL" clId="{004CEBFE-6AB0-499E-B2DD-1818AD6EA4A0}" dt="2025-11-17T09:45:32.854" v="993" actId="122"/>
          <ac:spMkLst>
            <pc:docMk/>
            <pc:sldMk cId="4157527367" sldId="275"/>
            <ac:spMk id="23" creationId="{1892D368-BD91-177A-B92D-E675371062F7}"/>
          </ac:spMkLst>
        </pc:spChg>
        <pc:spChg chg="add mod">
          <ac:chgData name="한승원" userId="498bb430-7167-428b-b373-ba47dd6c2247" providerId="ADAL" clId="{004CEBFE-6AB0-499E-B2DD-1818AD6EA4A0}" dt="2025-11-17T09:46:46.795" v="1141" actId="14100"/>
          <ac:spMkLst>
            <pc:docMk/>
            <pc:sldMk cId="4157527367" sldId="275"/>
            <ac:spMk id="25" creationId="{D615241D-3517-747E-5ACE-BE5D3CB9D074}"/>
          </ac:spMkLst>
        </pc:spChg>
        <pc:spChg chg="add del mod">
          <ac:chgData name="한승원" userId="498bb430-7167-428b-b373-ba47dd6c2247" providerId="ADAL" clId="{004CEBFE-6AB0-499E-B2DD-1818AD6EA4A0}" dt="2025-11-17T09:46:03.226" v="1000" actId="478"/>
          <ac:spMkLst>
            <pc:docMk/>
            <pc:sldMk cId="4157527367" sldId="275"/>
            <ac:spMk id="27" creationId="{0FF18A77-3506-5585-AA43-E9B803C76A14}"/>
          </ac:spMkLst>
        </pc:spChg>
        <pc:spChg chg="add mod">
          <ac:chgData name="한승원" userId="498bb430-7167-428b-b373-ba47dd6c2247" providerId="ADAL" clId="{004CEBFE-6AB0-499E-B2DD-1818AD6EA4A0}" dt="2025-11-17T11:28:05.754" v="3798" actId="1076"/>
          <ac:spMkLst>
            <pc:docMk/>
            <pc:sldMk cId="4157527367" sldId="275"/>
            <ac:spMk id="32" creationId="{66A1C466-5C8A-94F4-FF62-6491CCD15102}"/>
          </ac:spMkLst>
        </pc:spChg>
        <pc:spChg chg="mod">
          <ac:chgData name="한승원" userId="498bb430-7167-428b-b373-ba47dd6c2247" providerId="ADAL" clId="{004CEBFE-6AB0-499E-B2DD-1818AD6EA4A0}" dt="2025-11-17T09:40:26.157" v="863" actId="1076"/>
          <ac:spMkLst>
            <pc:docMk/>
            <pc:sldMk cId="4157527367" sldId="275"/>
            <ac:spMk id="66" creationId="{8002C2EB-DD90-76B9-01A5-021D804B7C06}"/>
          </ac:spMkLst>
        </pc:spChg>
        <pc:picChg chg="add mod modCrop">
          <ac:chgData name="한승원" userId="498bb430-7167-428b-b373-ba47dd6c2247" providerId="ADAL" clId="{004CEBFE-6AB0-499E-B2DD-1818AD6EA4A0}" dt="2025-11-17T09:41:15.409" v="868" actId="1076"/>
          <ac:picMkLst>
            <pc:docMk/>
            <pc:sldMk cId="4157527367" sldId="275"/>
            <ac:picMk id="4" creationId="{927A7640-DE39-7FB2-C548-36F90434D78E}"/>
          </ac:picMkLst>
        </pc:picChg>
        <pc:picChg chg="add del">
          <ac:chgData name="한승원" userId="498bb430-7167-428b-b373-ba47dd6c2247" providerId="ADAL" clId="{004CEBFE-6AB0-499E-B2DD-1818AD6EA4A0}" dt="2025-11-17T09:39:58.441" v="855" actId="22"/>
          <ac:picMkLst>
            <pc:docMk/>
            <pc:sldMk cId="4157527367" sldId="275"/>
            <ac:picMk id="8" creationId="{20C23EA8-5394-B07F-7F18-7DB996F3D055}"/>
          </ac:picMkLst>
        </pc:picChg>
        <pc:picChg chg="add del mod">
          <ac:chgData name="한승원" userId="498bb430-7167-428b-b373-ba47dd6c2247" providerId="ADAL" clId="{004CEBFE-6AB0-499E-B2DD-1818AD6EA4A0}" dt="2025-11-17T09:41:13.408" v="867" actId="478"/>
          <ac:picMkLst>
            <pc:docMk/>
            <pc:sldMk cId="4157527367" sldId="275"/>
            <ac:picMk id="10" creationId="{4D3BBFB0-7D95-79B0-FE00-FD06185BAB17}"/>
          </ac:picMkLst>
        </pc:picChg>
        <pc:picChg chg="add mod">
          <ac:chgData name="한승원" userId="498bb430-7167-428b-b373-ba47dd6c2247" providerId="ADAL" clId="{004CEBFE-6AB0-499E-B2DD-1818AD6EA4A0}" dt="2025-11-17T09:45:16.608" v="962" actId="1076"/>
          <ac:picMkLst>
            <pc:docMk/>
            <pc:sldMk cId="4157527367" sldId="275"/>
            <ac:picMk id="22" creationId="{BB37BAEF-E6BF-A909-AC64-F218D7D4A9DF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4157527367" sldId="275"/>
            <ac:picMk id="38" creationId="{94D06B72-EA16-1D22-28BB-C7517319A401}"/>
          </ac:picMkLst>
        </pc:picChg>
        <pc:cxnChg chg="add del">
          <ac:chgData name="한승원" userId="498bb430-7167-428b-b373-ba47dd6c2247" providerId="ADAL" clId="{004CEBFE-6AB0-499E-B2DD-1818AD6EA4A0}" dt="2025-11-17T09:41:04.910" v="866" actId="478"/>
          <ac:cxnSpMkLst>
            <pc:docMk/>
            <pc:sldMk cId="4157527367" sldId="275"/>
            <ac:cxnSpMk id="16" creationId="{7B7806CB-FF20-08A7-EE4E-548F88E72B80}"/>
          </ac:cxnSpMkLst>
        </pc:cxnChg>
        <pc:cxnChg chg="add mod">
          <ac:chgData name="한승원" userId="498bb430-7167-428b-b373-ba47dd6c2247" providerId="ADAL" clId="{004CEBFE-6AB0-499E-B2DD-1818AD6EA4A0}" dt="2025-11-17T09:45:53.174" v="997" actId="14100"/>
          <ac:cxnSpMkLst>
            <pc:docMk/>
            <pc:sldMk cId="4157527367" sldId="275"/>
            <ac:cxnSpMk id="18" creationId="{6CA7756C-5364-4476-265D-BEEC021A5A44}"/>
          </ac:cxnSpMkLst>
        </pc:cxnChg>
        <pc:cxnChg chg="add del mod">
          <ac:chgData name="한승원" userId="498bb430-7167-428b-b373-ba47dd6c2247" providerId="ADAL" clId="{004CEBFE-6AB0-499E-B2DD-1818AD6EA4A0}" dt="2025-11-17T09:46:03.226" v="1000" actId="478"/>
          <ac:cxnSpMkLst>
            <pc:docMk/>
            <pc:sldMk cId="4157527367" sldId="275"/>
            <ac:cxnSpMk id="26" creationId="{59510DD9-E730-AB00-2EBE-0217111AED34}"/>
          </ac:cxnSpMkLst>
        </pc:cxnChg>
        <pc:cxnChg chg="add mod">
          <ac:chgData name="한승원" userId="498bb430-7167-428b-b373-ba47dd6c2247" providerId="ADAL" clId="{004CEBFE-6AB0-499E-B2DD-1818AD6EA4A0}" dt="2025-11-17T09:46:11.937" v="1003" actId="1076"/>
          <ac:cxnSpMkLst>
            <pc:docMk/>
            <pc:sldMk cId="4157527367" sldId="275"/>
            <ac:cxnSpMk id="28" creationId="{7CEFB498-DE99-54C9-B911-230A1087E6DA}"/>
          </ac:cxnSpMkLst>
        </pc:cxnChg>
        <pc:cxnChg chg="add mod">
          <ac:chgData name="한승원" userId="498bb430-7167-428b-b373-ba47dd6c2247" providerId="ADAL" clId="{004CEBFE-6AB0-499E-B2DD-1818AD6EA4A0}" dt="2025-11-17T09:46:57.892" v="1143" actId="14100"/>
          <ac:cxnSpMkLst>
            <pc:docMk/>
            <pc:sldMk cId="4157527367" sldId="275"/>
            <ac:cxnSpMk id="30" creationId="{0875B8E7-39B0-B268-9746-9F93814E0E73}"/>
          </ac:cxnSpMkLst>
        </pc:cxnChg>
      </pc:sldChg>
      <pc:sldChg chg="new del">
        <pc:chgData name="한승원" userId="498bb430-7167-428b-b373-ba47dd6c2247" providerId="ADAL" clId="{004CEBFE-6AB0-499E-B2DD-1818AD6EA4A0}" dt="2025-11-17T09:47:21.434" v="1233" actId="680"/>
        <pc:sldMkLst>
          <pc:docMk/>
          <pc:sldMk cId="2833001223" sldId="276"/>
        </pc:sldMkLst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3850050135" sldId="276"/>
        </pc:sldMkLst>
        <pc:spChg chg="del">
          <ac:chgData name="한승원" userId="498bb430-7167-428b-b373-ba47dd6c2247" providerId="ADAL" clId="{004CEBFE-6AB0-499E-B2DD-1818AD6EA4A0}" dt="2025-11-17T09:47:34.391" v="1237" actId="478"/>
          <ac:spMkLst>
            <pc:docMk/>
            <pc:sldMk cId="3850050135" sldId="276"/>
            <ac:spMk id="2" creationId="{CE95A890-C90D-B3FA-915B-CB1CBA8E0780}"/>
          </ac:spMkLst>
        </pc:spChg>
        <pc:spChg chg="add del mod">
          <ac:chgData name="한승원" userId="498bb430-7167-428b-b373-ba47dd6c2247" providerId="ADAL" clId="{004CEBFE-6AB0-499E-B2DD-1818AD6EA4A0}" dt="2025-11-17T09:48:39.416" v="1247" actId="478"/>
          <ac:spMkLst>
            <pc:docMk/>
            <pc:sldMk cId="3850050135" sldId="276"/>
            <ac:spMk id="7" creationId="{1F7A25FE-08ED-481D-09FD-E667F9B40494}"/>
          </ac:spMkLst>
        </pc:spChg>
        <pc:spChg chg="add mod">
          <ac:chgData name="한승원" userId="498bb430-7167-428b-b373-ba47dd6c2247" providerId="ADAL" clId="{004CEBFE-6AB0-499E-B2DD-1818AD6EA4A0}" dt="2025-11-17T09:49:04.735" v="1259" actId="1076"/>
          <ac:spMkLst>
            <pc:docMk/>
            <pc:sldMk cId="3850050135" sldId="276"/>
            <ac:spMk id="9" creationId="{76543D39-7FC5-0081-6C35-BC938DE7D5C3}"/>
          </ac:spMkLst>
        </pc:spChg>
        <pc:spChg chg="add mod">
          <ac:chgData name="한승원" userId="498bb430-7167-428b-b373-ba47dd6c2247" providerId="ADAL" clId="{004CEBFE-6AB0-499E-B2DD-1818AD6EA4A0}" dt="2025-11-17T09:50:06.232" v="1318" actId="1076"/>
          <ac:spMkLst>
            <pc:docMk/>
            <pc:sldMk cId="3850050135" sldId="276"/>
            <ac:spMk id="10" creationId="{167D4539-7DF9-9671-EE89-F0055ED740CE}"/>
          </ac:spMkLst>
        </pc:spChg>
        <pc:spChg chg="add mod">
          <ac:chgData name="한승원" userId="498bb430-7167-428b-b373-ba47dd6c2247" providerId="ADAL" clId="{004CEBFE-6AB0-499E-B2DD-1818AD6EA4A0}" dt="2025-11-17T09:50:20.029" v="1321" actId="207"/>
          <ac:spMkLst>
            <pc:docMk/>
            <pc:sldMk cId="3850050135" sldId="276"/>
            <ac:spMk id="11" creationId="{47BC8E4B-5A03-DB59-4B3B-1434CB67EB75}"/>
          </ac:spMkLst>
        </pc:spChg>
        <pc:spChg chg="del">
          <ac:chgData name="한승원" userId="498bb430-7167-428b-b373-ba47dd6c2247" providerId="ADAL" clId="{004CEBFE-6AB0-499E-B2DD-1818AD6EA4A0}" dt="2025-11-17T09:47:34.391" v="1237" actId="478"/>
          <ac:spMkLst>
            <pc:docMk/>
            <pc:sldMk cId="3850050135" sldId="276"/>
            <ac:spMk id="20" creationId="{A2A9BDF9-51BC-A191-A1A9-9353023115D6}"/>
          </ac:spMkLst>
        </pc:spChg>
        <pc:spChg chg="del">
          <ac:chgData name="한승원" userId="498bb430-7167-428b-b373-ba47dd6c2247" providerId="ADAL" clId="{004CEBFE-6AB0-499E-B2DD-1818AD6EA4A0}" dt="2025-11-17T09:47:34.391" v="1237" actId="478"/>
          <ac:spMkLst>
            <pc:docMk/>
            <pc:sldMk cId="3850050135" sldId="276"/>
            <ac:spMk id="23" creationId="{C43E092C-2C4B-9767-48E0-671412C9820B}"/>
          </ac:spMkLst>
        </pc:spChg>
        <pc:spChg chg="del mod">
          <ac:chgData name="한승원" userId="498bb430-7167-428b-b373-ba47dd6c2247" providerId="ADAL" clId="{004CEBFE-6AB0-499E-B2DD-1818AD6EA4A0}" dt="2025-11-17T09:47:43.252" v="1239" actId="478"/>
          <ac:spMkLst>
            <pc:docMk/>
            <pc:sldMk cId="3850050135" sldId="276"/>
            <ac:spMk id="25" creationId="{0FC7C96F-4101-91BA-615B-4705EA7DD1D3}"/>
          </ac:spMkLst>
        </pc:spChg>
        <pc:spChg chg="del">
          <ac:chgData name="한승원" userId="498bb430-7167-428b-b373-ba47dd6c2247" providerId="ADAL" clId="{004CEBFE-6AB0-499E-B2DD-1818AD6EA4A0}" dt="2025-11-17T09:47:34.391" v="1237" actId="478"/>
          <ac:spMkLst>
            <pc:docMk/>
            <pc:sldMk cId="3850050135" sldId="276"/>
            <ac:spMk id="32" creationId="{F85DCE6A-6510-99C4-957E-5B1A40FAE562}"/>
          </ac:spMkLst>
        </pc:spChg>
        <pc:spChg chg="mod">
          <ac:chgData name="한승원" userId="498bb430-7167-428b-b373-ba47dd6c2247" providerId="ADAL" clId="{004CEBFE-6AB0-499E-B2DD-1818AD6EA4A0}" dt="2025-11-17T09:47:29.073" v="1236" actId="1076"/>
          <ac:spMkLst>
            <pc:docMk/>
            <pc:sldMk cId="3850050135" sldId="276"/>
            <ac:spMk id="66" creationId="{383E6287-6EDA-BF33-883A-E8027A919144}"/>
          </ac:spMkLst>
        </pc:spChg>
        <pc:picChg chg="del">
          <ac:chgData name="한승원" userId="498bb430-7167-428b-b373-ba47dd6c2247" providerId="ADAL" clId="{004CEBFE-6AB0-499E-B2DD-1818AD6EA4A0}" dt="2025-11-17T09:47:34.391" v="1237" actId="478"/>
          <ac:picMkLst>
            <pc:docMk/>
            <pc:sldMk cId="3850050135" sldId="276"/>
            <ac:picMk id="4" creationId="{D8A6995B-D26F-9760-183E-2231A6D6BCC1}"/>
          </ac:picMkLst>
        </pc:picChg>
        <pc:picChg chg="add mod">
          <ac:chgData name="한승원" userId="498bb430-7167-428b-b373-ba47dd6c2247" providerId="ADAL" clId="{004CEBFE-6AB0-499E-B2DD-1818AD6EA4A0}" dt="2025-11-17T09:48:06.362" v="1241" actId="1076"/>
          <ac:picMkLst>
            <pc:docMk/>
            <pc:sldMk cId="3850050135" sldId="276"/>
            <ac:picMk id="5" creationId="{33A74A63-12E2-EF26-3E6F-4D3267C2FA8D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3850050135" sldId="276"/>
            <ac:picMk id="15" creationId="{73DA22B6-71D7-3095-821C-0306C21BD5BB}"/>
          </ac:picMkLst>
        </pc:picChg>
        <pc:picChg chg="del">
          <ac:chgData name="한승원" userId="498bb430-7167-428b-b373-ba47dd6c2247" providerId="ADAL" clId="{004CEBFE-6AB0-499E-B2DD-1818AD6EA4A0}" dt="2025-11-17T09:47:34.391" v="1237" actId="478"/>
          <ac:picMkLst>
            <pc:docMk/>
            <pc:sldMk cId="3850050135" sldId="276"/>
            <ac:picMk id="22" creationId="{47F4E597-0FD7-79AD-9412-3FDFE9403034}"/>
          </ac:picMkLst>
        </pc:picChg>
        <pc:cxnChg chg="del">
          <ac:chgData name="한승원" userId="498bb430-7167-428b-b373-ba47dd6c2247" providerId="ADAL" clId="{004CEBFE-6AB0-499E-B2DD-1818AD6EA4A0}" dt="2025-11-17T09:47:34.391" v="1237" actId="478"/>
          <ac:cxnSpMkLst>
            <pc:docMk/>
            <pc:sldMk cId="3850050135" sldId="276"/>
            <ac:cxnSpMk id="18" creationId="{1D002C8E-BF7D-5CAC-A70F-43B57D17E65F}"/>
          </ac:cxnSpMkLst>
        </pc:cxnChg>
        <pc:cxnChg chg="del">
          <ac:chgData name="한승원" userId="498bb430-7167-428b-b373-ba47dd6c2247" providerId="ADAL" clId="{004CEBFE-6AB0-499E-B2DD-1818AD6EA4A0}" dt="2025-11-17T09:47:34.391" v="1237" actId="478"/>
          <ac:cxnSpMkLst>
            <pc:docMk/>
            <pc:sldMk cId="3850050135" sldId="276"/>
            <ac:cxnSpMk id="28" creationId="{8DE46799-EEA5-8F23-9C45-B7D77E168B7C}"/>
          </ac:cxnSpMkLst>
        </pc:cxnChg>
        <pc:cxnChg chg="del">
          <ac:chgData name="한승원" userId="498bb430-7167-428b-b373-ba47dd6c2247" providerId="ADAL" clId="{004CEBFE-6AB0-499E-B2DD-1818AD6EA4A0}" dt="2025-11-17T09:47:34.391" v="1237" actId="478"/>
          <ac:cxnSpMkLst>
            <pc:docMk/>
            <pc:sldMk cId="3850050135" sldId="276"/>
            <ac:cxnSpMk id="30" creationId="{1B1BA145-6871-241A-4C09-A8A04A15AD9E}"/>
          </ac:cxnSpMkLst>
        </pc:cxn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2011473181" sldId="277"/>
        </pc:sldMkLst>
        <pc:spChg chg="add mod">
          <ac:chgData name="한승원" userId="498bb430-7167-428b-b373-ba47dd6c2247" providerId="ADAL" clId="{004CEBFE-6AB0-499E-B2DD-1818AD6EA4A0}" dt="2025-11-17T09:51:34.502" v="1419" actId="1076"/>
          <ac:spMkLst>
            <pc:docMk/>
            <pc:sldMk cId="2011473181" sldId="277"/>
            <ac:spMk id="2" creationId="{352AA4BD-68DA-F954-D793-05A097EDA3AA}"/>
          </ac:spMkLst>
        </pc:spChg>
        <pc:spChg chg="add del mod">
          <ac:chgData name="한승원" userId="498bb430-7167-428b-b373-ba47dd6c2247" providerId="ADAL" clId="{004CEBFE-6AB0-499E-B2DD-1818AD6EA4A0}" dt="2025-11-17T09:51:13.862" v="1418" actId="478"/>
          <ac:spMkLst>
            <pc:docMk/>
            <pc:sldMk cId="2011473181" sldId="277"/>
            <ac:spMk id="3" creationId="{3ADE9BBA-E2D1-4C8B-781E-275FD1AEEAC5}"/>
          </ac:spMkLst>
        </pc:spChg>
        <pc:spChg chg="del">
          <ac:chgData name="한승원" userId="498bb430-7167-428b-b373-ba47dd6c2247" providerId="ADAL" clId="{004CEBFE-6AB0-499E-B2DD-1818AD6EA4A0}" dt="2025-11-17T09:50:32.491" v="1323" actId="478"/>
          <ac:spMkLst>
            <pc:docMk/>
            <pc:sldMk cId="2011473181" sldId="277"/>
            <ac:spMk id="9" creationId="{6A6B5AA4-74C0-F50D-3F66-D98B59E2B108}"/>
          </ac:spMkLst>
        </pc:spChg>
        <pc:spChg chg="del">
          <ac:chgData name="한승원" userId="498bb430-7167-428b-b373-ba47dd6c2247" providerId="ADAL" clId="{004CEBFE-6AB0-499E-B2DD-1818AD6EA4A0}" dt="2025-11-17T09:50:34.123" v="1325" actId="478"/>
          <ac:spMkLst>
            <pc:docMk/>
            <pc:sldMk cId="2011473181" sldId="277"/>
            <ac:spMk id="10" creationId="{8197D89C-884A-21CE-7F22-20F4DB687C10}"/>
          </ac:spMkLst>
        </pc:spChg>
        <pc:spChg chg="del">
          <ac:chgData name="한승원" userId="498bb430-7167-428b-b373-ba47dd6c2247" providerId="ADAL" clId="{004CEBFE-6AB0-499E-B2DD-1818AD6EA4A0}" dt="2025-11-17T09:50:33.358" v="1324" actId="478"/>
          <ac:spMkLst>
            <pc:docMk/>
            <pc:sldMk cId="2011473181" sldId="277"/>
            <ac:spMk id="11" creationId="{73EFAD1E-CCC9-CE04-F562-B6C77064B493}"/>
          </ac:spMkLst>
        </pc:spChg>
        <pc:graphicFrameChg chg="add mod modGraphic">
          <ac:chgData name="한승원" userId="498bb430-7167-428b-b373-ba47dd6c2247" providerId="ADAL" clId="{004CEBFE-6AB0-499E-B2DD-1818AD6EA4A0}" dt="2025-11-17T11:43:09.267" v="4781" actId="20577"/>
          <ac:graphicFrameMkLst>
            <pc:docMk/>
            <pc:sldMk cId="2011473181" sldId="277"/>
            <ac:graphicFrameMk id="4" creationId="{BAE8FBAA-50A6-B22C-A0D9-96F6006FD628}"/>
          </ac:graphicFrameMkLst>
        </pc:graphicFrameChg>
        <pc:picChg chg="del">
          <ac:chgData name="한승원" userId="498bb430-7167-428b-b373-ba47dd6c2247" providerId="ADAL" clId="{004CEBFE-6AB0-499E-B2DD-1818AD6EA4A0}" dt="2025-11-17T09:50:34.726" v="1326" actId="478"/>
          <ac:picMkLst>
            <pc:docMk/>
            <pc:sldMk cId="2011473181" sldId="277"/>
            <ac:picMk id="5" creationId="{656868AB-BE2F-9D03-100A-472E27AABD92}"/>
          </ac:picMkLst>
        </pc:picChg>
        <pc:picChg chg="add mod">
          <ac:chgData name="한승원" userId="498bb430-7167-428b-b373-ba47dd6c2247" providerId="ADAL" clId="{004CEBFE-6AB0-499E-B2DD-1818AD6EA4A0}" dt="2025-11-17T11:43:15.974" v="4782" actId="14100"/>
          <ac:picMkLst>
            <pc:docMk/>
            <pc:sldMk cId="2011473181" sldId="277"/>
            <ac:picMk id="6" creationId="{51982F85-35C9-04CA-77B9-A92DBC3ABB59}"/>
          </ac:picMkLst>
        </pc:picChg>
        <pc:picChg chg="add mod">
          <ac:chgData name="한승원" userId="498bb430-7167-428b-b373-ba47dd6c2247" providerId="ADAL" clId="{004CEBFE-6AB0-499E-B2DD-1818AD6EA4A0}" dt="2025-11-17T11:42:23.879" v="4681" actId="1076"/>
          <ac:picMkLst>
            <pc:docMk/>
            <pc:sldMk cId="2011473181" sldId="277"/>
            <ac:picMk id="8" creationId="{28555438-2E49-46E3-440B-EE2AC69E1449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2011473181" sldId="277"/>
            <ac:picMk id="14" creationId="{891B969A-94B5-6ECC-1BFE-10AE873C3B59}"/>
          </ac:picMkLst>
        </pc:pic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1860929039" sldId="278"/>
        </pc:sldMkLst>
        <pc:spChg chg="del">
          <ac:chgData name="한승원" userId="498bb430-7167-428b-b373-ba47dd6c2247" providerId="ADAL" clId="{004CEBFE-6AB0-499E-B2DD-1818AD6EA4A0}" dt="2025-11-17T09:52:31.585" v="1506" actId="478"/>
          <ac:spMkLst>
            <pc:docMk/>
            <pc:sldMk cId="1860929039" sldId="278"/>
            <ac:spMk id="2" creationId="{A3DC773E-87B6-220B-4E3E-89D004C44A75}"/>
          </ac:spMkLst>
        </pc:spChg>
        <pc:spChg chg="add mod">
          <ac:chgData name="한승원" userId="498bb430-7167-428b-b373-ba47dd6c2247" providerId="ADAL" clId="{004CEBFE-6AB0-499E-B2DD-1818AD6EA4A0}" dt="2025-11-17T11:18:39.970" v="3485" actId="20577"/>
          <ac:spMkLst>
            <pc:docMk/>
            <pc:sldMk cId="1860929039" sldId="278"/>
            <ac:spMk id="5" creationId="{76BE0329-6B58-18DA-D974-C830A8733735}"/>
          </ac:spMkLst>
        </pc:spChg>
        <pc:spChg chg="add del">
          <ac:chgData name="한승원" userId="498bb430-7167-428b-b373-ba47dd6c2247" providerId="ADAL" clId="{004CEBFE-6AB0-499E-B2DD-1818AD6EA4A0}" dt="2025-11-17T09:54:31.905" v="1513" actId="478"/>
          <ac:spMkLst>
            <pc:docMk/>
            <pc:sldMk cId="1860929039" sldId="278"/>
            <ac:spMk id="7" creationId="{6EC6063B-4637-2CA1-C525-765E6E5A6EA3}"/>
          </ac:spMkLst>
        </pc:spChg>
        <pc:spChg chg="add mod">
          <ac:chgData name="한승원" userId="498bb430-7167-428b-b373-ba47dd6c2247" providerId="ADAL" clId="{004CEBFE-6AB0-499E-B2DD-1818AD6EA4A0}" dt="2025-11-17T11:20:40.353" v="3508" actId="208"/>
          <ac:spMkLst>
            <pc:docMk/>
            <pc:sldMk cId="1860929039" sldId="278"/>
            <ac:spMk id="11" creationId="{45C8F743-B1B9-1FF4-5148-242445CCC469}"/>
          </ac:spMkLst>
        </pc:spChg>
        <pc:spChg chg="add mod">
          <ac:chgData name="한승원" userId="498bb430-7167-428b-b373-ba47dd6c2247" providerId="ADAL" clId="{004CEBFE-6AB0-499E-B2DD-1818AD6EA4A0}" dt="2025-11-17T11:20:40.353" v="3508" actId="208"/>
          <ac:spMkLst>
            <pc:docMk/>
            <pc:sldMk cId="1860929039" sldId="278"/>
            <ac:spMk id="12" creationId="{2BDA4ED8-642F-2DD7-9B41-E2B9E52A4455}"/>
          </ac:spMkLst>
        </pc:spChg>
        <pc:spChg chg="add mod">
          <ac:chgData name="한승원" userId="498bb430-7167-428b-b373-ba47dd6c2247" providerId="ADAL" clId="{004CEBFE-6AB0-499E-B2DD-1818AD6EA4A0}" dt="2025-11-17T11:20:40.353" v="3508" actId="208"/>
          <ac:spMkLst>
            <pc:docMk/>
            <pc:sldMk cId="1860929039" sldId="278"/>
            <ac:spMk id="13" creationId="{13792200-C7DD-AE6E-993C-A7EBFDEC6D82}"/>
          </ac:spMkLst>
        </pc:spChg>
        <pc:spChg chg="add mod">
          <ac:chgData name="한승원" userId="498bb430-7167-428b-b373-ba47dd6c2247" providerId="ADAL" clId="{004CEBFE-6AB0-499E-B2DD-1818AD6EA4A0}" dt="2025-11-17T11:20:40.353" v="3508" actId="208"/>
          <ac:spMkLst>
            <pc:docMk/>
            <pc:sldMk cId="1860929039" sldId="278"/>
            <ac:spMk id="14" creationId="{C107D0C8-B68A-E5B2-EF05-F68E2867143B}"/>
          </ac:spMkLst>
        </pc:spChg>
        <pc:spChg chg="add mod">
          <ac:chgData name="한승원" userId="498bb430-7167-428b-b373-ba47dd6c2247" providerId="ADAL" clId="{004CEBFE-6AB0-499E-B2DD-1818AD6EA4A0}" dt="2025-11-17T11:20:18.769" v="3507" actId="571"/>
          <ac:spMkLst>
            <pc:docMk/>
            <pc:sldMk cId="1860929039" sldId="278"/>
            <ac:spMk id="15" creationId="{7A62C6A9-BBC4-02AD-697F-3DDA7F59BE05}"/>
          </ac:spMkLst>
        </pc:spChg>
        <pc:spChg chg="mod">
          <ac:chgData name="한승원" userId="498bb430-7167-428b-b373-ba47dd6c2247" providerId="ADAL" clId="{004CEBFE-6AB0-499E-B2DD-1818AD6EA4A0}" dt="2025-11-17T09:52:29.827" v="1505" actId="20577"/>
          <ac:spMkLst>
            <pc:docMk/>
            <pc:sldMk cId="1860929039" sldId="278"/>
            <ac:spMk id="66" creationId="{708CCAA0-946B-F8E3-CDC1-971241EAD096}"/>
          </ac:spMkLst>
        </pc:spChg>
        <pc:graphicFrameChg chg="del">
          <ac:chgData name="한승원" userId="498bb430-7167-428b-b373-ba47dd6c2247" providerId="ADAL" clId="{004CEBFE-6AB0-499E-B2DD-1818AD6EA4A0}" dt="2025-11-17T09:52:32.605" v="1507" actId="478"/>
          <ac:graphicFrameMkLst>
            <pc:docMk/>
            <pc:sldMk cId="1860929039" sldId="278"/>
            <ac:graphicFrameMk id="4" creationId="{83073930-BB37-B338-8252-3F56C5BCAE1A}"/>
          </ac:graphicFrameMkLst>
        </pc:graphicFrameChg>
        <pc:graphicFrameChg chg="add mod modGraphic">
          <ac:chgData name="한승원" userId="498bb430-7167-428b-b373-ba47dd6c2247" providerId="ADAL" clId="{004CEBFE-6AB0-499E-B2DD-1818AD6EA4A0}" dt="2025-11-17T11:19:10.992" v="3491" actId="20577"/>
          <ac:graphicFrameMkLst>
            <pc:docMk/>
            <pc:sldMk cId="1860929039" sldId="278"/>
            <ac:graphicFrameMk id="8" creationId="{5D2455E3-F6EB-AA68-F249-BC015FC1F568}"/>
          </ac:graphicFrameMkLst>
        </pc:graphicFrameChg>
        <pc:picChg chg="add mod">
          <ac:chgData name="한승원" userId="498bb430-7167-428b-b373-ba47dd6c2247" providerId="ADAL" clId="{004CEBFE-6AB0-499E-B2DD-1818AD6EA4A0}" dt="2025-11-17T11:19:20.190" v="3492" actId="1076"/>
          <ac:picMkLst>
            <pc:docMk/>
            <pc:sldMk cId="1860929039" sldId="278"/>
            <ac:picMk id="9" creationId="{58036A33-3884-4827-9DCF-BB5295008312}"/>
          </ac:picMkLst>
        </pc:picChg>
        <pc:picChg chg="add mod">
          <ac:chgData name="한승원" userId="498bb430-7167-428b-b373-ba47dd6c2247" providerId="ADAL" clId="{004CEBFE-6AB0-499E-B2DD-1818AD6EA4A0}" dt="2025-11-17T11:19:31.814" v="3494" actId="1076"/>
          <ac:picMkLst>
            <pc:docMk/>
            <pc:sldMk cId="1860929039" sldId="278"/>
            <ac:picMk id="10" creationId="{DA1BB61E-9A90-E15E-744F-EBB8809F050B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1860929039" sldId="278"/>
            <ac:picMk id="18" creationId="{37C11C90-B05B-E48C-E2DB-590B1C23D995}"/>
          </ac:picMkLst>
        </pc:pic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2888765672" sldId="279"/>
        </pc:sldMkLst>
        <pc:spChg chg="del">
          <ac:chgData name="한승원" userId="498bb430-7167-428b-b373-ba47dd6c2247" providerId="ADAL" clId="{004CEBFE-6AB0-499E-B2DD-1818AD6EA4A0}" dt="2025-11-17T09:57:11.544" v="1851" actId="478"/>
          <ac:spMkLst>
            <pc:docMk/>
            <pc:sldMk cId="2888765672" sldId="279"/>
            <ac:spMk id="5" creationId="{1D61E407-61FC-73F8-497A-00B70D2A100A}"/>
          </ac:spMkLst>
        </pc:spChg>
        <pc:spChg chg="add mod">
          <ac:chgData name="한승원" userId="498bb430-7167-428b-b373-ba47dd6c2247" providerId="ADAL" clId="{004CEBFE-6AB0-499E-B2DD-1818AD6EA4A0}" dt="2025-11-17T10:03:46.318" v="2174" actId="122"/>
          <ac:spMkLst>
            <pc:docMk/>
            <pc:sldMk cId="2888765672" sldId="279"/>
            <ac:spMk id="17" creationId="{5D9B8DFC-818E-5008-D630-B97C7FD996CE}"/>
          </ac:spMkLst>
        </pc:spChg>
        <pc:spChg chg="add mod">
          <ac:chgData name="한승원" userId="498bb430-7167-428b-b373-ba47dd6c2247" providerId="ADAL" clId="{004CEBFE-6AB0-499E-B2DD-1818AD6EA4A0}" dt="2025-11-17T10:04:30.350" v="2204" actId="20577"/>
          <ac:spMkLst>
            <pc:docMk/>
            <pc:sldMk cId="2888765672" sldId="279"/>
            <ac:spMk id="18" creationId="{396602D1-D53D-2D5E-A800-BDE9610D1908}"/>
          </ac:spMkLst>
        </pc:spChg>
        <pc:spChg chg="add mod">
          <ac:chgData name="한승원" userId="498bb430-7167-428b-b373-ba47dd6c2247" providerId="ADAL" clId="{004CEBFE-6AB0-499E-B2DD-1818AD6EA4A0}" dt="2025-11-17T10:59:22.400" v="2564" actId="1076"/>
          <ac:spMkLst>
            <pc:docMk/>
            <pc:sldMk cId="2888765672" sldId="279"/>
            <ac:spMk id="19" creationId="{74975122-2516-9356-8106-389BF69F097E}"/>
          </ac:spMkLst>
        </pc:spChg>
        <pc:spChg chg="add mod">
          <ac:chgData name="한승원" userId="498bb430-7167-428b-b373-ba47dd6c2247" providerId="ADAL" clId="{004CEBFE-6AB0-499E-B2DD-1818AD6EA4A0}" dt="2025-11-17T10:59:38.914" v="2600" actId="1076"/>
          <ac:spMkLst>
            <pc:docMk/>
            <pc:sldMk cId="2888765672" sldId="279"/>
            <ac:spMk id="27" creationId="{9FA93600-A08A-E813-C6FF-C33191976881}"/>
          </ac:spMkLst>
        </pc:spChg>
        <pc:spChg chg="mod">
          <ac:chgData name="한승원" userId="498bb430-7167-428b-b373-ba47dd6c2247" providerId="ADAL" clId="{004CEBFE-6AB0-499E-B2DD-1818AD6EA4A0}" dt="2025-11-17T09:57:17.232" v="1865" actId="20577"/>
          <ac:spMkLst>
            <pc:docMk/>
            <pc:sldMk cId="2888765672" sldId="279"/>
            <ac:spMk id="66" creationId="{720782B0-1463-DB84-1117-A179D565694A}"/>
          </ac:spMkLst>
        </pc:spChg>
        <pc:grpChg chg="add mod">
          <ac:chgData name="한승원" userId="498bb430-7167-428b-b373-ba47dd6c2247" providerId="ADAL" clId="{004CEBFE-6AB0-499E-B2DD-1818AD6EA4A0}" dt="2025-11-17T10:00:28.569" v="1900" actId="14100"/>
          <ac:grpSpMkLst>
            <pc:docMk/>
            <pc:sldMk cId="2888765672" sldId="279"/>
            <ac:grpSpMk id="12" creationId="{9446CD93-E48B-0391-FECE-6A1689A7F5A2}"/>
          </ac:grpSpMkLst>
        </pc:grpChg>
        <pc:grpChg chg="add mod">
          <ac:chgData name="한승원" userId="498bb430-7167-428b-b373-ba47dd6c2247" providerId="ADAL" clId="{004CEBFE-6AB0-499E-B2DD-1818AD6EA4A0}" dt="2025-11-17T10:00:22.584" v="1898" actId="14100"/>
          <ac:grpSpMkLst>
            <pc:docMk/>
            <pc:sldMk cId="2888765672" sldId="279"/>
            <ac:grpSpMk id="13" creationId="{110C4F57-D239-76D4-5E79-208666181F2D}"/>
          </ac:grpSpMkLst>
        </pc:grpChg>
        <pc:graphicFrameChg chg="del">
          <ac:chgData name="한승원" userId="498bb430-7167-428b-b373-ba47dd6c2247" providerId="ADAL" clId="{004CEBFE-6AB0-499E-B2DD-1818AD6EA4A0}" dt="2025-11-17T09:57:13.407" v="1852" actId="478"/>
          <ac:graphicFrameMkLst>
            <pc:docMk/>
            <pc:sldMk cId="2888765672" sldId="279"/>
            <ac:graphicFrameMk id="8" creationId="{8CE5CC38-1FB2-DBA6-0E7D-1D6A09FF6DCD}"/>
          </ac:graphicFrameMkLst>
        </pc:graphicFrameChg>
        <pc:picChg chg="add mod modCrop">
          <ac:chgData name="한승원" userId="498bb430-7167-428b-b373-ba47dd6c2247" providerId="ADAL" clId="{004CEBFE-6AB0-499E-B2DD-1818AD6EA4A0}" dt="2025-11-17T09:58:46.738" v="1869" actId="1076"/>
          <ac:picMkLst>
            <pc:docMk/>
            <pc:sldMk cId="2888765672" sldId="279"/>
            <ac:picMk id="3" creationId="{DA20BAD6-27DF-40A9-FAED-7107E27EA9D9}"/>
          </ac:picMkLst>
        </pc:picChg>
        <pc:picChg chg="add mod">
          <ac:chgData name="한승원" userId="498bb430-7167-428b-b373-ba47dd6c2247" providerId="ADAL" clId="{004CEBFE-6AB0-499E-B2DD-1818AD6EA4A0}" dt="2025-11-17T10:03:38.575" v="2173" actId="1076"/>
          <ac:picMkLst>
            <pc:docMk/>
            <pc:sldMk cId="2888765672" sldId="279"/>
            <ac:picMk id="21" creationId="{006B6D91-C919-C125-E5A3-47EFE64C0D9A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2888765672" sldId="279"/>
            <ac:picMk id="30" creationId="{1E364FAA-A28A-6CB9-EAF4-69A1D2ADA491}"/>
          </ac:picMkLst>
        </pc:picChg>
        <pc:cxnChg chg="add del mod">
          <ac:chgData name="한승원" userId="498bb430-7167-428b-b373-ba47dd6c2247" providerId="ADAL" clId="{004CEBFE-6AB0-499E-B2DD-1818AD6EA4A0}" dt="2025-11-17T10:04:11.288" v="2182" actId="478"/>
          <ac:cxnSpMkLst>
            <pc:docMk/>
            <pc:sldMk cId="2888765672" sldId="279"/>
            <ac:cxnSpMk id="4" creationId="{7DA1F420-0E19-FB49-D438-27197477C903}"/>
          </ac:cxnSpMkLst>
        </pc:cxnChg>
        <pc:cxnChg chg="add mod">
          <ac:chgData name="한승원" userId="498bb430-7167-428b-b373-ba47dd6c2247" providerId="ADAL" clId="{004CEBFE-6AB0-499E-B2DD-1818AD6EA4A0}" dt="2025-11-17T09:59:42.460" v="1888" actId="164"/>
          <ac:cxnSpMkLst>
            <pc:docMk/>
            <pc:sldMk cId="2888765672" sldId="279"/>
            <ac:cxnSpMk id="6" creationId="{5003D0EF-B5EE-80E5-C39B-6E85E8F065D0}"/>
          </ac:cxnSpMkLst>
        </pc:cxnChg>
        <pc:cxnChg chg="add mod">
          <ac:chgData name="한승원" userId="498bb430-7167-428b-b373-ba47dd6c2247" providerId="ADAL" clId="{004CEBFE-6AB0-499E-B2DD-1818AD6EA4A0}" dt="2025-11-17T09:59:21.596" v="1881" actId="571"/>
          <ac:cxnSpMkLst>
            <pc:docMk/>
            <pc:sldMk cId="2888765672" sldId="279"/>
            <ac:cxnSpMk id="7" creationId="{FCD2AC83-1D67-404F-4665-F73788D2E28F}"/>
          </ac:cxnSpMkLst>
        </pc:cxnChg>
        <pc:cxnChg chg="add mod">
          <ac:chgData name="한승원" userId="498bb430-7167-428b-b373-ba47dd6c2247" providerId="ADAL" clId="{004CEBFE-6AB0-499E-B2DD-1818AD6EA4A0}" dt="2025-11-17T09:59:42.460" v="1888" actId="164"/>
          <ac:cxnSpMkLst>
            <pc:docMk/>
            <pc:sldMk cId="2888765672" sldId="279"/>
            <ac:cxnSpMk id="9" creationId="{A9D6F80E-A456-CA73-40CD-D2316E3A257F}"/>
          </ac:cxnSpMkLst>
        </pc:cxnChg>
        <pc:cxnChg chg="add mod">
          <ac:chgData name="한승원" userId="498bb430-7167-428b-b373-ba47dd6c2247" providerId="ADAL" clId="{004CEBFE-6AB0-499E-B2DD-1818AD6EA4A0}" dt="2025-11-17T10:04:27.185" v="2200" actId="1076"/>
          <ac:cxnSpMkLst>
            <pc:docMk/>
            <pc:sldMk cId="2888765672" sldId="279"/>
            <ac:cxnSpMk id="10" creationId="{57184CEA-6241-CFB8-2446-0E9310A86BFC}"/>
          </ac:cxnSpMkLst>
        </pc:cxnChg>
        <pc:cxnChg chg="add mod">
          <ac:chgData name="한승원" userId="498bb430-7167-428b-b373-ba47dd6c2247" providerId="ADAL" clId="{004CEBFE-6AB0-499E-B2DD-1818AD6EA4A0}" dt="2025-11-17T09:59:42.460" v="1888" actId="164"/>
          <ac:cxnSpMkLst>
            <pc:docMk/>
            <pc:sldMk cId="2888765672" sldId="279"/>
            <ac:cxnSpMk id="11" creationId="{4C7098A7-2605-ED78-B4D6-A96FF0CAC93F}"/>
          </ac:cxnSpMkLst>
        </pc:cxnChg>
        <pc:cxnChg chg="mod">
          <ac:chgData name="한승원" userId="498bb430-7167-428b-b373-ba47dd6c2247" providerId="ADAL" clId="{004CEBFE-6AB0-499E-B2DD-1818AD6EA4A0}" dt="2025-11-17T10:00:15.916" v="1896" actId="571"/>
          <ac:cxnSpMkLst>
            <pc:docMk/>
            <pc:sldMk cId="2888765672" sldId="279"/>
            <ac:cxnSpMk id="14" creationId="{E3302B86-477E-1B64-4EFB-C3DCAD0A94CC}"/>
          </ac:cxnSpMkLst>
        </pc:cxnChg>
        <pc:cxnChg chg="mod">
          <ac:chgData name="한승원" userId="498bb430-7167-428b-b373-ba47dd6c2247" providerId="ADAL" clId="{004CEBFE-6AB0-499E-B2DD-1818AD6EA4A0}" dt="2025-11-17T10:00:15.916" v="1896" actId="571"/>
          <ac:cxnSpMkLst>
            <pc:docMk/>
            <pc:sldMk cId="2888765672" sldId="279"/>
            <ac:cxnSpMk id="15" creationId="{C162D40F-8E79-A0A6-0CDE-C7EDD72EF426}"/>
          </ac:cxnSpMkLst>
        </pc:cxnChg>
        <pc:cxnChg chg="mod">
          <ac:chgData name="한승원" userId="498bb430-7167-428b-b373-ba47dd6c2247" providerId="ADAL" clId="{004CEBFE-6AB0-499E-B2DD-1818AD6EA4A0}" dt="2025-11-17T10:00:15.916" v="1896" actId="571"/>
          <ac:cxnSpMkLst>
            <pc:docMk/>
            <pc:sldMk cId="2888765672" sldId="279"/>
            <ac:cxnSpMk id="16" creationId="{BC872E0D-AC8E-D7DF-5ACF-A0456EF5E5A1}"/>
          </ac:cxnSpMkLst>
        </pc:cxnChg>
        <pc:cxnChg chg="add mod">
          <ac:chgData name="한승원" userId="498bb430-7167-428b-b373-ba47dd6c2247" providerId="ADAL" clId="{004CEBFE-6AB0-499E-B2DD-1818AD6EA4A0}" dt="2025-11-17T10:59:47.276" v="2601" actId="13822"/>
          <ac:cxnSpMkLst>
            <pc:docMk/>
            <pc:sldMk cId="2888765672" sldId="279"/>
            <ac:cxnSpMk id="26" creationId="{AFF3744B-E60A-B959-A64B-DFDD6B48B7CF}"/>
          </ac:cxnSpMkLst>
        </pc:cxn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599682247" sldId="280"/>
        </pc:sldMkLst>
        <pc:spChg chg="add mod">
          <ac:chgData name="한승원" userId="498bb430-7167-428b-b373-ba47dd6c2247" providerId="ADAL" clId="{004CEBFE-6AB0-499E-B2DD-1818AD6EA4A0}" dt="2025-11-17T10:56:53.510" v="2402" actId="1076"/>
          <ac:spMkLst>
            <pc:docMk/>
            <pc:sldMk cId="599682247" sldId="280"/>
            <ac:spMk id="27" creationId="{876A1B50-83EC-E57C-AB3A-959BB1CD42F2}"/>
          </ac:spMkLst>
        </pc:spChg>
        <pc:spChg chg="add mod">
          <ac:chgData name="한승원" userId="498bb430-7167-428b-b373-ba47dd6c2247" providerId="ADAL" clId="{004CEBFE-6AB0-499E-B2DD-1818AD6EA4A0}" dt="2025-11-17T10:54:50.152" v="2306" actId="14100"/>
          <ac:spMkLst>
            <pc:docMk/>
            <pc:sldMk cId="599682247" sldId="280"/>
            <ac:spMk id="30" creationId="{5AC78A26-25D6-0302-79B9-2D05539CFD8D}"/>
          </ac:spMkLst>
        </pc:spChg>
        <pc:spChg chg="add mod">
          <ac:chgData name="한승원" userId="498bb430-7167-428b-b373-ba47dd6c2247" providerId="ADAL" clId="{004CEBFE-6AB0-499E-B2DD-1818AD6EA4A0}" dt="2025-11-17T10:55:58.925" v="2382" actId="14100"/>
          <ac:spMkLst>
            <pc:docMk/>
            <pc:sldMk cId="599682247" sldId="280"/>
            <ac:spMk id="35" creationId="{3CED5994-6A1D-8280-EE7D-F835CF749114}"/>
          </ac:spMkLst>
        </pc:spChg>
        <pc:spChg chg="add mod">
          <ac:chgData name="한승원" userId="498bb430-7167-428b-b373-ba47dd6c2247" providerId="ADAL" clId="{004CEBFE-6AB0-499E-B2DD-1818AD6EA4A0}" dt="2025-11-17T10:56:41.396" v="2397" actId="571"/>
          <ac:spMkLst>
            <pc:docMk/>
            <pc:sldMk cId="599682247" sldId="280"/>
            <ac:spMk id="40" creationId="{2C117FCF-A026-F01A-BB60-85A866FD9937}"/>
          </ac:spMkLst>
        </pc:spChg>
        <pc:spChg chg="add mod">
          <ac:chgData name="한승원" userId="498bb430-7167-428b-b373-ba47dd6c2247" providerId="ADAL" clId="{004CEBFE-6AB0-499E-B2DD-1818AD6EA4A0}" dt="2025-11-17T10:57:26.093" v="2521" actId="20577"/>
          <ac:spMkLst>
            <pc:docMk/>
            <pc:sldMk cId="599682247" sldId="280"/>
            <ac:spMk id="42" creationId="{91358724-7EE3-88A3-BE2D-97787864CCF2}"/>
          </ac:spMkLst>
        </pc:spChg>
        <pc:spChg chg="mod">
          <ac:chgData name="한승원" userId="498bb430-7167-428b-b373-ba47dd6c2247" providerId="ADAL" clId="{004CEBFE-6AB0-499E-B2DD-1818AD6EA4A0}" dt="2025-11-17T10:55:16.787" v="2315" actId="1076"/>
          <ac:spMkLst>
            <pc:docMk/>
            <pc:sldMk cId="599682247" sldId="280"/>
            <ac:spMk id="66" creationId="{E030875D-4D26-A2DC-D731-6734C88E015C}"/>
          </ac:spMkLst>
        </pc:spChg>
        <pc:grpChg chg="del">
          <ac:chgData name="한승원" userId="498bb430-7167-428b-b373-ba47dd6c2247" providerId="ADAL" clId="{004CEBFE-6AB0-499E-B2DD-1818AD6EA4A0}" dt="2025-11-17T10:05:56.663" v="2216" actId="478"/>
          <ac:grpSpMkLst>
            <pc:docMk/>
            <pc:sldMk cId="599682247" sldId="280"/>
            <ac:grpSpMk id="13" creationId="{023E864A-B9F6-4CD8-06A7-066EE99EEAC2}"/>
          </ac:grpSpMkLst>
        </pc:grpChg>
        <pc:grpChg chg="add mod">
          <ac:chgData name="한승원" userId="498bb430-7167-428b-b373-ba47dd6c2247" providerId="ADAL" clId="{004CEBFE-6AB0-499E-B2DD-1818AD6EA4A0}" dt="2025-11-17T10:56:12.791" v="2383" actId="14100"/>
          <ac:grpSpMkLst>
            <pc:docMk/>
            <pc:sldMk cId="599682247" sldId="280"/>
            <ac:grpSpMk id="31" creationId="{4E568F07-6960-7412-8515-3CED111A1DA9}"/>
          </ac:grpSpMkLst>
        </pc:grpChg>
        <pc:picChg chg="add del">
          <ac:chgData name="한승원" userId="498bb430-7167-428b-b373-ba47dd6c2247" providerId="ADAL" clId="{004CEBFE-6AB0-499E-B2DD-1818AD6EA4A0}" dt="2025-11-17T10:05:30.318" v="2210" actId="478"/>
          <ac:picMkLst>
            <pc:docMk/>
            <pc:sldMk cId="599682247" sldId="280"/>
            <ac:picMk id="3" creationId="{86D2389F-E658-649C-B5B6-6365EFA9B527}"/>
          </ac:picMkLst>
        </pc:picChg>
        <pc:picChg chg="add del">
          <ac:chgData name="한승원" userId="498bb430-7167-428b-b373-ba47dd6c2247" providerId="ADAL" clId="{004CEBFE-6AB0-499E-B2DD-1818AD6EA4A0}" dt="2025-11-17T10:05:07.023" v="2208" actId="22"/>
          <ac:picMkLst>
            <pc:docMk/>
            <pc:sldMk cId="599682247" sldId="280"/>
            <ac:picMk id="4" creationId="{497D3D5F-603B-963A-0CBE-27DDDE30A0DE}"/>
          </ac:picMkLst>
        </pc:picChg>
        <pc:picChg chg="add mod">
          <ac:chgData name="한승원" userId="498bb430-7167-428b-b373-ba47dd6c2247" providerId="ADAL" clId="{004CEBFE-6AB0-499E-B2DD-1818AD6EA4A0}" dt="2025-11-17T10:55:16.787" v="2315" actId="1076"/>
          <ac:picMkLst>
            <pc:docMk/>
            <pc:sldMk cId="599682247" sldId="280"/>
            <ac:picMk id="7" creationId="{69F966BC-8E2A-22ED-37E1-F166256340D6}"/>
          </ac:picMkLst>
        </pc:picChg>
        <pc:picChg chg="del">
          <ac:chgData name="한승원" userId="498bb430-7167-428b-b373-ba47dd6c2247" providerId="ADAL" clId="{004CEBFE-6AB0-499E-B2DD-1818AD6EA4A0}" dt="2025-11-17T10:05:54.813" v="2215" actId="478"/>
          <ac:picMkLst>
            <pc:docMk/>
            <pc:sldMk cId="599682247" sldId="280"/>
            <ac:picMk id="21" creationId="{AC0E3908-A392-4357-495E-09F6DE270F11}"/>
          </ac:picMkLst>
        </pc:picChg>
        <pc:picChg chg="add mod">
          <ac:chgData name="한승원" userId="498bb430-7167-428b-b373-ba47dd6c2247" providerId="ADAL" clId="{004CEBFE-6AB0-499E-B2DD-1818AD6EA4A0}" dt="2025-11-17T10:56:53.510" v="2402" actId="1076"/>
          <ac:picMkLst>
            <pc:docMk/>
            <pc:sldMk cId="599682247" sldId="280"/>
            <ac:picMk id="23" creationId="{16F0A9D2-DC76-451A-ACF1-04F074603591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599682247" sldId="280"/>
            <ac:picMk id="47" creationId="{F6FF5454-9D4B-FF21-E98A-A9F14C213534}"/>
          </ac:picMkLst>
        </pc:picChg>
        <pc:cxnChg chg="add mod">
          <ac:chgData name="한승원" userId="498bb430-7167-428b-b373-ba47dd6c2247" providerId="ADAL" clId="{004CEBFE-6AB0-499E-B2DD-1818AD6EA4A0}" dt="2025-11-17T10:53:04.536" v="2226" actId="1076"/>
          <ac:cxnSpMkLst>
            <pc:docMk/>
            <pc:sldMk cId="599682247" sldId="280"/>
            <ac:cxnSpMk id="20" creationId="{1796FDF8-7268-5D20-79AE-CED940E37B46}"/>
          </ac:cxnSpMkLst>
        </pc:cxnChg>
        <pc:cxnChg chg="add mod">
          <ac:chgData name="한승원" userId="498bb430-7167-428b-b373-ba47dd6c2247" providerId="ADAL" clId="{004CEBFE-6AB0-499E-B2DD-1818AD6EA4A0}" dt="2025-11-17T10:56:53.510" v="2402" actId="1076"/>
          <ac:cxnSpMkLst>
            <pc:docMk/>
            <pc:sldMk cId="599682247" sldId="280"/>
            <ac:cxnSpMk id="24" creationId="{292C7ABE-42DA-6BFA-3368-C92BCEB8FBAE}"/>
          </ac:cxnSpMkLst>
        </pc:cxnChg>
        <pc:cxnChg chg="add mod">
          <ac:chgData name="한승원" userId="498bb430-7167-428b-b373-ba47dd6c2247" providerId="ADAL" clId="{004CEBFE-6AB0-499E-B2DD-1818AD6EA4A0}" dt="2025-11-17T10:57:57.129" v="2525" actId="14100"/>
          <ac:cxnSpMkLst>
            <pc:docMk/>
            <pc:sldMk cId="599682247" sldId="280"/>
            <ac:cxnSpMk id="28" creationId="{9DB2D1F1-77AD-8BF9-973E-077178CED840}"/>
          </ac:cxnSpMkLst>
        </pc:cxnChg>
        <pc:cxnChg chg="mod">
          <ac:chgData name="한승원" userId="498bb430-7167-428b-b373-ba47dd6c2247" providerId="ADAL" clId="{004CEBFE-6AB0-499E-B2DD-1818AD6EA4A0}" dt="2025-11-17T10:54:58.134" v="2307"/>
          <ac:cxnSpMkLst>
            <pc:docMk/>
            <pc:sldMk cId="599682247" sldId="280"/>
            <ac:cxnSpMk id="32" creationId="{DB11162C-9BAE-95A4-6BF7-0867DE7CBC83}"/>
          </ac:cxnSpMkLst>
        </pc:cxnChg>
        <pc:cxnChg chg="mod">
          <ac:chgData name="한승원" userId="498bb430-7167-428b-b373-ba47dd6c2247" providerId="ADAL" clId="{004CEBFE-6AB0-499E-B2DD-1818AD6EA4A0}" dt="2025-11-17T10:54:58.134" v="2307"/>
          <ac:cxnSpMkLst>
            <pc:docMk/>
            <pc:sldMk cId="599682247" sldId="280"/>
            <ac:cxnSpMk id="33" creationId="{66CFDB72-403F-6A65-0E85-351C438CF70C}"/>
          </ac:cxnSpMkLst>
        </pc:cxnChg>
        <pc:cxnChg chg="mod">
          <ac:chgData name="한승원" userId="498bb430-7167-428b-b373-ba47dd6c2247" providerId="ADAL" clId="{004CEBFE-6AB0-499E-B2DD-1818AD6EA4A0}" dt="2025-11-17T10:54:58.134" v="2307"/>
          <ac:cxnSpMkLst>
            <pc:docMk/>
            <pc:sldMk cId="599682247" sldId="280"/>
            <ac:cxnSpMk id="34" creationId="{61CFCC77-F040-40B9-E163-1886BC390206}"/>
          </ac:cxnSpMkLst>
        </pc:cxnChg>
        <pc:cxnChg chg="add mod">
          <ac:chgData name="한승원" userId="498bb430-7167-428b-b373-ba47dd6c2247" providerId="ADAL" clId="{004CEBFE-6AB0-499E-B2DD-1818AD6EA4A0}" dt="2025-11-17T10:57:30.075" v="2522" actId="14100"/>
          <ac:cxnSpMkLst>
            <pc:docMk/>
            <pc:sldMk cId="599682247" sldId="280"/>
            <ac:cxnSpMk id="38" creationId="{F78DF3BE-3E53-9113-6316-EBA28109434E}"/>
          </ac:cxnSpMkLst>
        </pc:cxnChg>
        <pc:cxnChg chg="add mod">
          <ac:chgData name="한승원" userId="498bb430-7167-428b-b373-ba47dd6c2247" providerId="ADAL" clId="{004CEBFE-6AB0-499E-B2DD-1818AD6EA4A0}" dt="2025-11-17T10:56:41.396" v="2397" actId="571"/>
          <ac:cxnSpMkLst>
            <pc:docMk/>
            <pc:sldMk cId="599682247" sldId="280"/>
            <ac:cxnSpMk id="41" creationId="{DF22ADD2-3576-3483-C025-9BC5005079C6}"/>
          </ac:cxnSpMkLst>
        </pc:cxn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650777743" sldId="281"/>
        </pc:sldMkLst>
        <pc:spChg chg="add mod">
          <ac:chgData name="한승원" userId="498bb430-7167-428b-b373-ba47dd6c2247" providerId="ADAL" clId="{004CEBFE-6AB0-499E-B2DD-1818AD6EA4A0}" dt="2025-11-17T11:00:42.388" v="2692" actId="20577"/>
          <ac:spMkLst>
            <pc:docMk/>
            <pc:sldMk cId="650777743" sldId="281"/>
            <ac:spMk id="14" creationId="{EC3EA40F-E6AC-B9F8-9710-1432C976861A}"/>
          </ac:spMkLst>
        </pc:spChg>
        <pc:spChg chg="del">
          <ac:chgData name="한승원" userId="498bb430-7167-428b-b373-ba47dd6c2247" providerId="ADAL" clId="{004CEBFE-6AB0-499E-B2DD-1818AD6EA4A0}" dt="2025-11-17T10:58:18.429" v="2553" actId="478"/>
          <ac:spMkLst>
            <pc:docMk/>
            <pc:sldMk cId="650777743" sldId="281"/>
            <ac:spMk id="17" creationId="{536ACAAA-A430-66B0-6ABF-40B3250144F2}"/>
          </ac:spMkLst>
        </pc:spChg>
        <pc:spChg chg="del">
          <ac:chgData name="한승원" userId="498bb430-7167-428b-b373-ba47dd6c2247" providerId="ADAL" clId="{004CEBFE-6AB0-499E-B2DD-1818AD6EA4A0}" dt="2025-11-17T10:58:20.164" v="2555" actId="478"/>
          <ac:spMkLst>
            <pc:docMk/>
            <pc:sldMk cId="650777743" sldId="281"/>
            <ac:spMk id="18" creationId="{FE54A0AF-E38E-3CEF-A794-00BD2C1EA8D4}"/>
          </ac:spMkLst>
        </pc:spChg>
        <pc:spChg chg="del">
          <ac:chgData name="한승원" userId="498bb430-7167-428b-b373-ba47dd6c2247" providerId="ADAL" clId="{004CEBFE-6AB0-499E-B2DD-1818AD6EA4A0}" dt="2025-11-17T10:58:58.610" v="2560" actId="478"/>
          <ac:spMkLst>
            <pc:docMk/>
            <pc:sldMk cId="650777743" sldId="281"/>
            <ac:spMk id="19" creationId="{CA182172-570E-82F0-C4C0-A2403D01013B}"/>
          </ac:spMkLst>
        </pc:spChg>
        <pc:spChg chg="add mod">
          <ac:chgData name="한승원" userId="498bb430-7167-428b-b373-ba47dd6c2247" providerId="ADAL" clId="{004CEBFE-6AB0-499E-B2DD-1818AD6EA4A0}" dt="2025-11-17T11:04:18.024" v="2995" actId="1076"/>
          <ac:spMkLst>
            <pc:docMk/>
            <pc:sldMk cId="650777743" sldId="281"/>
            <ac:spMk id="25" creationId="{359AD998-78EA-899D-27E0-29E98F3111FC}"/>
          </ac:spMkLst>
        </pc:spChg>
        <pc:spChg chg="add del mod">
          <ac:chgData name="한승원" userId="498bb430-7167-428b-b373-ba47dd6c2247" providerId="ADAL" clId="{004CEBFE-6AB0-499E-B2DD-1818AD6EA4A0}" dt="2025-11-17T11:02:16.677" v="2768" actId="478"/>
          <ac:spMkLst>
            <pc:docMk/>
            <pc:sldMk cId="650777743" sldId="281"/>
            <ac:spMk id="26" creationId="{2DE94F74-1A65-1576-0769-B819EBDC1EB5}"/>
          </ac:spMkLst>
        </pc:spChg>
        <pc:spChg chg="del">
          <ac:chgData name="한승원" userId="498bb430-7167-428b-b373-ba47dd6c2247" providerId="ADAL" clId="{004CEBFE-6AB0-499E-B2DD-1818AD6EA4A0}" dt="2025-11-17T10:58:16.421" v="2551" actId="478"/>
          <ac:spMkLst>
            <pc:docMk/>
            <pc:sldMk cId="650777743" sldId="281"/>
            <ac:spMk id="27" creationId="{C5AAB1FC-8377-5A95-8D82-1AFAA381D193}"/>
          </ac:spMkLst>
        </pc:spChg>
        <pc:spChg chg="add mod">
          <ac:chgData name="한승원" userId="498bb430-7167-428b-b373-ba47dd6c2247" providerId="ADAL" clId="{004CEBFE-6AB0-499E-B2DD-1818AD6EA4A0}" dt="2025-11-17T11:03:01.610" v="2991" actId="1076"/>
          <ac:spMkLst>
            <pc:docMk/>
            <pc:sldMk cId="650777743" sldId="281"/>
            <ac:spMk id="29" creationId="{B81914B3-E8E0-D2DA-8309-81389FC9E210}"/>
          </ac:spMkLst>
        </pc:spChg>
        <pc:spChg chg="del">
          <ac:chgData name="한승원" userId="498bb430-7167-428b-b373-ba47dd6c2247" providerId="ADAL" clId="{004CEBFE-6AB0-499E-B2DD-1818AD6EA4A0}" dt="2025-11-17T10:58:09.668" v="2544" actId="478"/>
          <ac:spMkLst>
            <pc:docMk/>
            <pc:sldMk cId="650777743" sldId="281"/>
            <ac:spMk id="30" creationId="{F7C61D7E-396B-6850-6C2C-BD91C42241C6}"/>
          </ac:spMkLst>
        </pc:spChg>
        <pc:spChg chg="del">
          <ac:chgData name="한승원" userId="498bb430-7167-428b-b373-ba47dd6c2247" providerId="ADAL" clId="{004CEBFE-6AB0-499E-B2DD-1818AD6EA4A0}" dt="2025-11-17T10:58:21.108" v="2556" actId="478"/>
          <ac:spMkLst>
            <pc:docMk/>
            <pc:sldMk cId="650777743" sldId="281"/>
            <ac:spMk id="35" creationId="{1B3A4AD0-8798-3EE8-01E7-0F891FCD68AE}"/>
          </ac:spMkLst>
        </pc:spChg>
        <pc:spChg chg="del">
          <ac:chgData name="한승원" userId="498bb430-7167-428b-b373-ba47dd6c2247" providerId="ADAL" clId="{004CEBFE-6AB0-499E-B2DD-1818AD6EA4A0}" dt="2025-11-17T10:58:15.103" v="2549" actId="478"/>
          <ac:spMkLst>
            <pc:docMk/>
            <pc:sldMk cId="650777743" sldId="281"/>
            <ac:spMk id="42" creationId="{72F881DD-370E-0DEF-3AA9-1E45D8B529B4}"/>
          </ac:spMkLst>
        </pc:spChg>
        <pc:spChg chg="mod">
          <ac:chgData name="한승원" userId="498bb430-7167-428b-b373-ba47dd6c2247" providerId="ADAL" clId="{004CEBFE-6AB0-499E-B2DD-1818AD6EA4A0}" dt="2025-11-17T10:58:07.276" v="2543" actId="20577"/>
          <ac:spMkLst>
            <pc:docMk/>
            <pc:sldMk cId="650777743" sldId="281"/>
            <ac:spMk id="66" creationId="{0172BA26-D183-9125-CAEA-6E757946F202}"/>
          </ac:spMkLst>
        </pc:spChg>
        <pc:grpChg chg="add mod">
          <ac:chgData name="한승원" userId="498bb430-7167-428b-b373-ba47dd6c2247" providerId="ADAL" clId="{004CEBFE-6AB0-499E-B2DD-1818AD6EA4A0}" dt="2025-11-17T11:00:07.100" v="2605" actId="1076"/>
          <ac:grpSpMkLst>
            <pc:docMk/>
            <pc:sldMk cId="650777743" sldId="281"/>
            <ac:grpSpMk id="4" creationId="{8C21E1E3-DEB9-C203-977F-06D8337CD77E}"/>
          </ac:grpSpMkLst>
        </pc:grpChg>
        <pc:picChg chg="add mod">
          <ac:chgData name="한승원" userId="498bb430-7167-428b-b373-ba47dd6c2247" providerId="ADAL" clId="{004CEBFE-6AB0-499E-B2DD-1818AD6EA4A0}" dt="2025-11-17T10:59:01.235" v="2561" actId="1076"/>
          <ac:picMkLst>
            <pc:docMk/>
            <pc:sldMk cId="650777743" sldId="281"/>
            <ac:picMk id="3" creationId="{755F2819-2220-2390-2C92-63EC22106222}"/>
          </ac:picMkLst>
        </pc:picChg>
        <pc:picChg chg="del">
          <ac:chgData name="한승원" userId="498bb430-7167-428b-b373-ba47dd6c2247" providerId="ADAL" clId="{004CEBFE-6AB0-499E-B2DD-1818AD6EA4A0}" dt="2025-11-17T10:58:11.901" v="2546" actId="478"/>
          <ac:picMkLst>
            <pc:docMk/>
            <pc:sldMk cId="650777743" sldId="281"/>
            <ac:picMk id="7" creationId="{BEB88928-63DC-D04B-E2E4-1005680133E4}"/>
          </ac:picMkLst>
        </pc:picChg>
        <pc:picChg chg="del">
          <ac:chgData name="한승원" userId="498bb430-7167-428b-b373-ba47dd6c2247" providerId="ADAL" clId="{004CEBFE-6AB0-499E-B2DD-1818AD6EA4A0}" dt="2025-11-17T10:58:15.820" v="2550" actId="478"/>
          <ac:picMkLst>
            <pc:docMk/>
            <pc:sldMk cId="650777743" sldId="281"/>
            <ac:picMk id="23" creationId="{7B087A49-FE40-5189-386B-4FFDB37F030B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650777743" sldId="281"/>
            <ac:picMk id="40" creationId="{220F02C2-51A9-8009-890D-63C479DECE5B}"/>
          </ac:picMkLst>
        </pc:picChg>
        <pc:picChg chg="add mod">
          <ac:chgData name="한승원" userId="498bb430-7167-428b-b373-ba47dd6c2247" providerId="ADAL" clId="{004CEBFE-6AB0-499E-B2DD-1818AD6EA4A0}" dt="2025-11-17T11:04:27.644" v="2999" actId="1076"/>
          <ac:picMkLst>
            <pc:docMk/>
            <pc:sldMk cId="650777743" sldId="281"/>
            <ac:picMk id="1026" creationId="{CC7AACC8-602D-B0AC-E9D7-88315C4F55F2}"/>
          </ac:picMkLst>
        </pc:picChg>
        <pc:cxnChg chg="mod">
          <ac:chgData name="한승원" userId="498bb430-7167-428b-b373-ba47dd6c2247" providerId="ADAL" clId="{004CEBFE-6AB0-499E-B2DD-1818AD6EA4A0}" dt="2025-11-17T11:00:01.250" v="2602"/>
          <ac:cxnSpMkLst>
            <pc:docMk/>
            <pc:sldMk cId="650777743" sldId="281"/>
            <ac:cxnSpMk id="5" creationId="{C22FB5AA-545D-60FD-CA12-5BA5C4D86D7A}"/>
          </ac:cxnSpMkLst>
        </pc:cxnChg>
        <pc:cxnChg chg="mod">
          <ac:chgData name="한승원" userId="498bb430-7167-428b-b373-ba47dd6c2247" providerId="ADAL" clId="{004CEBFE-6AB0-499E-B2DD-1818AD6EA4A0}" dt="2025-11-17T11:00:01.250" v="2602"/>
          <ac:cxnSpMkLst>
            <pc:docMk/>
            <pc:sldMk cId="650777743" sldId="281"/>
            <ac:cxnSpMk id="8" creationId="{AE1429E9-5968-AB27-F125-320124E7696E}"/>
          </ac:cxnSpMkLst>
        </pc:cxnChg>
        <pc:cxnChg chg="del mod">
          <ac:chgData name="한승원" userId="498bb430-7167-428b-b373-ba47dd6c2247" providerId="ADAL" clId="{004CEBFE-6AB0-499E-B2DD-1818AD6EA4A0}" dt="2025-11-17T10:58:19.405" v="2554" actId="478"/>
          <ac:cxnSpMkLst>
            <pc:docMk/>
            <pc:sldMk cId="650777743" sldId="281"/>
            <ac:cxnSpMk id="10" creationId="{79C98F0D-9913-5920-DAC4-828CA17D20DB}"/>
          </ac:cxnSpMkLst>
        </pc:cxnChg>
        <pc:cxnChg chg="mod">
          <ac:chgData name="한승원" userId="498bb430-7167-428b-b373-ba47dd6c2247" providerId="ADAL" clId="{004CEBFE-6AB0-499E-B2DD-1818AD6EA4A0}" dt="2025-11-17T11:00:01.250" v="2602"/>
          <ac:cxnSpMkLst>
            <pc:docMk/>
            <pc:sldMk cId="650777743" sldId="281"/>
            <ac:cxnSpMk id="13" creationId="{2CC076B6-D28F-FD37-0ADE-FDEEF4C26AEF}"/>
          </ac:cxnSpMkLst>
        </pc:cxnChg>
        <pc:cxnChg chg="add mod">
          <ac:chgData name="한승원" userId="498bb430-7167-428b-b373-ba47dd6c2247" providerId="ADAL" clId="{004CEBFE-6AB0-499E-B2DD-1818AD6EA4A0}" dt="2025-11-17T11:27:53.012" v="3797" actId="14100"/>
          <ac:cxnSpMkLst>
            <pc:docMk/>
            <pc:sldMk cId="650777743" sldId="281"/>
            <ac:cxnSpMk id="15" creationId="{BD605934-0C48-3BBA-1F8E-14C83FD79DFA}"/>
          </ac:cxnSpMkLst>
        </pc:cxnChg>
        <pc:cxnChg chg="del">
          <ac:chgData name="한승원" userId="498bb430-7167-428b-b373-ba47dd6c2247" providerId="ADAL" clId="{004CEBFE-6AB0-499E-B2DD-1818AD6EA4A0}" dt="2025-11-17T10:58:13.782" v="2548" actId="478"/>
          <ac:cxnSpMkLst>
            <pc:docMk/>
            <pc:sldMk cId="650777743" sldId="281"/>
            <ac:cxnSpMk id="20" creationId="{DDC66275-F95C-DD18-AF63-4C0E2C90321F}"/>
          </ac:cxnSpMkLst>
        </pc:cxnChg>
        <pc:cxnChg chg="del">
          <ac:chgData name="한승원" userId="498bb430-7167-428b-b373-ba47dd6c2247" providerId="ADAL" clId="{004CEBFE-6AB0-499E-B2DD-1818AD6EA4A0}" dt="2025-11-17T10:58:17.220" v="2552" actId="478"/>
          <ac:cxnSpMkLst>
            <pc:docMk/>
            <pc:sldMk cId="650777743" sldId="281"/>
            <ac:cxnSpMk id="24" creationId="{B9BCD58E-ED4D-8AE5-D4B9-22783CE1E877}"/>
          </ac:cxnSpMkLst>
        </pc:cxnChg>
        <pc:cxnChg chg="del">
          <ac:chgData name="한승원" userId="498bb430-7167-428b-b373-ba47dd6c2247" providerId="ADAL" clId="{004CEBFE-6AB0-499E-B2DD-1818AD6EA4A0}" dt="2025-11-17T10:58:11.203" v="2545" actId="478"/>
          <ac:cxnSpMkLst>
            <pc:docMk/>
            <pc:sldMk cId="650777743" sldId="281"/>
            <ac:cxnSpMk id="28" creationId="{1A73D8FC-1649-5CD5-7577-87BE02DBD4BF}"/>
          </ac:cxnSpMkLst>
        </pc:cxnChg>
        <pc:cxnChg chg="del">
          <ac:chgData name="한승원" userId="498bb430-7167-428b-b373-ba47dd6c2247" providerId="ADAL" clId="{004CEBFE-6AB0-499E-B2DD-1818AD6EA4A0}" dt="2025-11-17T10:58:13.139" v="2547" actId="478"/>
          <ac:cxnSpMkLst>
            <pc:docMk/>
            <pc:sldMk cId="650777743" sldId="281"/>
            <ac:cxnSpMk id="38" creationId="{CE427772-9408-2C5A-C178-32178BBCDAD4}"/>
          </ac:cxnSpMkLst>
        </pc:cxnChg>
      </pc:sldChg>
      <pc:sldChg chg="addSp delSp modSp add mod modTransition modAnim">
        <pc:chgData name="한승원" userId="498bb430-7167-428b-b373-ba47dd6c2247" providerId="ADAL" clId="{004CEBFE-6AB0-499E-B2DD-1818AD6EA4A0}" dt="2025-11-17T11:56:27.552" v="4786"/>
        <pc:sldMkLst>
          <pc:docMk/>
          <pc:sldMk cId="3788218216" sldId="282"/>
        </pc:sldMkLst>
        <pc:spChg chg="del">
          <ac:chgData name="한승원" userId="498bb430-7167-428b-b373-ba47dd6c2247" providerId="ADAL" clId="{004CEBFE-6AB0-499E-B2DD-1818AD6EA4A0}" dt="2025-11-17T11:04:48.745" v="3004" actId="478"/>
          <ac:spMkLst>
            <pc:docMk/>
            <pc:sldMk cId="3788218216" sldId="282"/>
            <ac:spMk id="14" creationId="{A5A71549-B31C-0180-6464-96EA2E74EFB7}"/>
          </ac:spMkLst>
        </pc:spChg>
        <pc:spChg chg="add mod">
          <ac:chgData name="한승원" userId="498bb430-7167-428b-b373-ba47dd6c2247" providerId="ADAL" clId="{004CEBFE-6AB0-499E-B2DD-1818AD6EA4A0}" dt="2025-11-17T11:13:24.700" v="3297" actId="1076"/>
          <ac:spMkLst>
            <pc:docMk/>
            <pc:sldMk cId="3788218216" sldId="282"/>
            <ac:spMk id="17" creationId="{53EF562B-0FF4-12F2-A155-5D05AEB7F139}"/>
          </ac:spMkLst>
        </pc:spChg>
        <pc:spChg chg="add del mod">
          <ac:chgData name="한승원" userId="498bb430-7167-428b-b373-ba47dd6c2247" providerId="ADAL" clId="{004CEBFE-6AB0-499E-B2DD-1818AD6EA4A0}" dt="2025-11-17T11:10:58.005" v="3204" actId="478"/>
          <ac:spMkLst>
            <pc:docMk/>
            <pc:sldMk cId="3788218216" sldId="282"/>
            <ac:spMk id="20" creationId="{2915DE1D-15E8-6E4E-B1F6-8D04DE309583}"/>
          </ac:spMkLst>
        </pc:spChg>
        <pc:spChg chg="add mod">
          <ac:chgData name="한승원" userId="498bb430-7167-428b-b373-ba47dd6c2247" providerId="ADAL" clId="{004CEBFE-6AB0-499E-B2DD-1818AD6EA4A0}" dt="2025-11-17T11:11:09.142" v="3207" actId="1076"/>
          <ac:spMkLst>
            <pc:docMk/>
            <pc:sldMk cId="3788218216" sldId="282"/>
            <ac:spMk id="21" creationId="{60C8A4C0-960F-E57A-6825-C7D1249FF2E2}"/>
          </ac:spMkLst>
        </pc:spChg>
        <pc:spChg chg="add mod">
          <ac:chgData name="한승원" userId="498bb430-7167-428b-b373-ba47dd6c2247" providerId="ADAL" clId="{004CEBFE-6AB0-499E-B2DD-1818AD6EA4A0}" dt="2025-11-17T11:11:11.925" v="3208" actId="571"/>
          <ac:spMkLst>
            <pc:docMk/>
            <pc:sldMk cId="3788218216" sldId="282"/>
            <ac:spMk id="22" creationId="{BBD44C22-8BBE-348B-F8CD-3F56169BD8CA}"/>
          </ac:spMkLst>
        </pc:spChg>
        <pc:spChg chg="add mod">
          <ac:chgData name="한승원" userId="498bb430-7167-428b-b373-ba47dd6c2247" providerId="ADAL" clId="{004CEBFE-6AB0-499E-B2DD-1818AD6EA4A0}" dt="2025-11-17T11:11:41.624" v="3232" actId="1076"/>
          <ac:spMkLst>
            <pc:docMk/>
            <pc:sldMk cId="3788218216" sldId="282"/>
            <ac:spMk id="23" creationId="{9A2FB11C-BDD4-0B3C-EBBB-2FC7511251D2}"/>
          </ac:spMkLst>
        </pc:spChg>
        <pc:spChg chg="add mod">
          <ac:chgData name="한승원" userId="498bb430-7167-428b-b373-ba47dd6c2247" providerId="ADAL" clId="{004CEBFE-6AB0-499E-B2DD-1818AD6EA4A0}" dt="2025-11-17T11:11:37.509" v="3231" actId="20577"/>
          <ac:spMkLst>
            <pc:docMk/>
            <pc:sldMk cId="3788218216" sldId="282"/>
            <ac:spMk id="24" creationId="{4A516162-C7FA-A0CB-64E7-26EA247CCC03}"/>
          </ac:spMkLst>
        </pc:spChg>
        <pc:spChg chg="del">
          <ac:chgData name="한승원" userId="498bb430-7167-428b-b373-ba47dd6c2247" providerId="ADAL" clId="{004CEBFE-6AB0-499E-B2DD-1818AD6EA4A0}" dt="2025-11-17T11:04:57.380" v="3007" actId="478"/>
          <ac:spMkLst>
            <pc:docMk/>
            <pc:sldMk cId="3788218216" sldId="282"/>
            <ac:spMk id="25" creationId="{940F3332-3566-BC7A-12BD-3513C942725C}"/>
          </ac:spMkLst>
        </pc:spChg>
        <pc:spChg chg="add mod">
          <ac:chgData name="한승원" userId="498bb430-7167-428b-b373-ba47dd6c2247" providerId="ADAL" clId="{004CEBFE-6AB0-499E-B2DD-1818AD6EA4A0}" dt="2025-11-17T11:12:51.025" v="3291" actId="1076"/>
          <ac:spMkLst>
            <pc:docMk/>
            <pc:sldMk cId="3788218216" sldId="282"/>
            <ac:spMk id="26" creationId="{47AD01BB-FAA0-D6F5-AAD5-84809C5ECD3D}"/>
          </ac:spMkLst>
        </pc:spChg>
        <pc:spChg chg="mod">
          <ac:chgData name="한승원" userId="498bb430-7167-428b-b373-ba47dd6c2247" providerId="ADAL" clId="{004CEBFE-6AB0-499E-B2DD-1818AD6EA4A0}" dt="2025-11-17T11:15:58.621" v="3398" actId="20577"/>
          <ac:spMkLst>
            <pc:docMk/>
            <pc:sldMk cId="3788218216" sldId="282"/>
            <ac:spMk id="29" creationId="{90F60F13-36AF-E955-6F2E-62E6B92E82BF}"/>
          </ac:spMkLst>
        </pc:spChg>
        <pc:spChg chg="add mod">
          <ac:chgData name="한승원" userId="498bb430-7167-428b-b373-ba47dd6c2247" providerId="ADAL" clId="{004CEBFE-6AB0-499E-B2DD-1818AD6EA4A0}" dt="2025-11-17T11:14:32.690" v="3313" actId="208"/>
          <ac:spMkLst>
            <pc:docMk/>
            <pc:sldMk cId="3788218216" sldId="282"/>
            <ac:spMk id="36" creationId="{2FC40B3C-B535-7572-6286-02B76044375E}"/>
          </ac:spMkLst>
        </pc:spChg>
        <pc:spChg chg="add mod">
          <ac:chgData name="한승원" userId="498bb430-7167-428b-b373-ba47dd6c2247" providerId="ADAL" clId="{004CEBFE-6AB0-499E-B2DD-1818AD6EA4A0}" dt="2025-11-17T11:14:25.622" v="3312" actId="208"/>
          <ac:spMkLst>
            <pc:docMk/>
            <pc:sldMk cId="3788218216" sldId="282"/>
            <ac:spMk id="37" creationId="{473B0AF4-BE4D-968F-871E-8EF27F566DE1}"/>
          </ac:spMkLst>
        </pc:spChg>
        <pc:spChg chg="add mod">
          <ac:chgData name="한승원" userId="498bb430-7167-428b-b373-ba47dd6c2247" providerId="ADAL" clId="{004CEBFE-6AB0-499E-B2DD-1818AD6EA4A0}" dt="2025-11-17T11:14:54.578" v="3315" actId="1076"/>
          <ac:spMkLst>
            <pc:docMk/>
            <pc:sldMk cId="3788218216" sldId="282"/>
            <ac:spMk id="38" creationId="{E9D65F7F-9087-259D-0B8B-AD6D3780116B}"/>
          </ac:spMkLst>
        </pc:spChg>
        <pc:spChg chg="add mod">
          <ac:chgData name="한승원" userId="498bb430-7167-428b-b373-ba47dd6c2247" providerId="ADAL" clId="{004CEBFE-6AB0-499E-B2DD-1818AD6EA4A0}" dt="2025-11-17T11:15:27.912" v="3380" actId="1076"/>
          <ac:spMkLst>
            <pc:docMk/>
            <pc:sldMk cId="3788218216" sldId="282"/>
            <ac:spMk id="39" creationId="{F9E6EB5C-9C21-C0C1-7B6D-E519C7D3A8EF}"/>
          </ac:spMkLst>
        </pc:spChg>
        <pc:spChg chg="del mod">
          <ac:chgData name="한승원" userId="498bb430-7167-428b-b373-ba47dd6c2247" providerId="ADAL" clId="{004CEBFE-6AB0-499E-B2DD-1818AD6EA4A0}" dt="2025-11-17T11:08:28.412" v="3015" actId="478"/>
          <ac:spMkLst>
            <pc:docMk/>
            <pc:sldMk cId="3788218216" sldId="282"/>
            <ac:spMk id="66" creationId="{FB368B1C-0F80-FE63-C3C0-A26700BC0FE2}"/>
          </ac:spMkLst>
        </pc:spChg>
        <pc:grpChg chg="del">
          <ac:chgData name="한승원" userId="498bb430-7167-428b-b373-ba47dd6c2247" providerId="ADAL" clId="{004CEBFE-6AB0-499E-B2DD-1818AD6EA4A0}" dt="2025-11-17T11:04:48.745" v="3004" actId="478"/>
          <ac:grpSpMkLst>
            <pc:docMk/>
            <pc:sldMk cId="3788218216" sldId="282"/>
            <ac:grpSpMk id="4" creationId="{40E14C36-CA87-3E10-488A-DFDB419B96AF}"/>
          </ac:grpSpMkLst>
        </pc:grpChg>
        <pc:grpChg chg="del">
          <ac:chgData name="한승원" userId="498bb430-7167-428b-b373-ba47dd6c2247" providerId="ADAL" clId="{004CEBFE-6AB0-499E-B2DD-1818AD6EA4A0}" dt="2025-11-17T11:04:48.745" v="3004" actId="478"/>
          <ac:grpSpMkLst>
            <pc:docMk/>
            <pc:sldMk cId="3788218216" sldId="282"/>
            <ac:grpSpMk id="12" creationId="{750CD622-B289-A639-2244-CFAC40C31B94}"/>
          </ac:grpSpMkLst>
        </pc:grpChg>
        <pc:grpChg chg="del">
          <ac:chgData name="한승원" userId="498bb430-7167-428b-b373-ba47dd6c2247" providerId="ADAL" clId="{004CEBFE-6AB0-499E-B2DD-1818AD6EA4A0}" dt="2025-11-17T11:04:48.745" v="3004" actId="478"/>
          <ac:grpSpMkLst>
            <pc:docMk/>
            <pc:sldMk cId="3788218216" sldId="282"/>
            <ac:grpSpMk id="31" creationId="{7CA592BD-252D-2C46-418F-46AF679A6DA3}"/>
          </ac:grpSpMkLst>
        </pc:grpChg>
        <pc:picChg chg="del">
          <ac:chgData name="한승원" userId="498bb430-7167-428b-b373-ba47dd6c2247" providerId="ADAL" clId="{004CEBFE-6AB0-499E-B2DD-1818AD6EA4A0}" dt="2025-11-17T11:04:41.587" v="3001" actId="478"/>
          <ac:picMkLst>
            <pc:docMk/>
            <pc:sldMk cId="3788218216" sldId="282"/>
            <ac:picMk id="3" creationId="{6AADA0A8-EB49-B7B2-799D-2896EEC2D241}"/>
          </ac:picMkLst>
        </pc:picChg>
        <pc:picChg chg="add mod">
          <ac:chgData name="한승원" userId="498bb430-7167-428b-b373-ba47dd6c2247" providerId="ADAL" clId="{004CEBFE-6AB0-499E-B2DD-1818AD6EA4A0}" dt="2025-11-17T11:10:55.166" v="3203" actId="1076"/>
          <ac:picMkLst>
            <pc:docMk/>
            <pc:sldMk cId="3788218216" sldId="282"/>
            <ac:picMk id="7" creationId="{44B2D53F-8885-E330-8A35-3BC76313A19A}"/>
          </ac:picMkLst>
        </pc:picChg>
        <pc:picChg chg="add mod">
          <ac:chgData name="한승원" userId="498bb430-7167-428b-b373-ba47dd6c2247" providerId="ADAL" clId="{004CEBFE-6AB0-499E-B2DD-1818AD6EA4A0}" dt="2025-11-17T11:10:40.648" v="3199" actId="1076"/>
          <ac:picMkLst>
            <pc:docMk/>
            <pc:sldMk cId="3788218216" sldId="282"/>
            <ac:picMk id="16" creationId="{1C3E0455-D045-C6D2-06E5-6924E3F57E7B}"/>
          </ac:picMkLst>
        </pc:picChg>
        <pc:picChg chg="add del mod">
          <ac:chgData name="한승원" userId="498bb430-7167-428b-b373-ba47dd6c2247" providerId="ADAL" clId="{004CEBFE-6AB0-499E-B2DD-1818AD6EA4A0}" dt="2025-11-17T11:56:27.552" v="4786"/>
          <ac:picMkLst>
            <pc:docMk/>
            <pc:sldMk cId="3788218216" sldId="282"/>
            <ac:picMk id="42" creationId="{4B39C7E9-2EA6-62D2-F72E-0157073CDAFB}"/>
          </ac:picMkLst>
        </pc:picChg>
        <pc:picChg chg="del mod">
          <ac:chgData name="한승원" userId="498bb430-7167-428b-b373-ba47dd6c2247" providerId="ADAL" clId="{004CEBFE-6AB0-499E-B2DD-1818AD6EA4A0}" dt="2025-11-17T11:08:23.902" v="3014" actId="478"/>
          <ac:picMkLst>
            <pc:docMk/>
            <pc:sldMk cId="3788218216" sldId="282"/>
            <ac:picMk id="1026" creationId="{221CD855-F57A-8964-B93D-4A27987F0A0B}"/>
          </ac:picMkLst>
        </pc:picChg>
        <pc:inkChg chg="add del">
          <ac:chgData name="한승원" userId="498bb430-7167-428b-b373-ba47dd6c2247" providerId="ADAL" clId="{004CEBFE-6AB0-499E-B2DD-1818AD6EA4A0}" dt="2025-11-17T11:09:57.854" v="3192" actId="9405"/>
          <ac:inkMkLst>
            <pc:docMk/>
            <pc:sldMk cId="3788218216" sldId="282"/>
            <ac:inkMk id="18" creationId="{04FC3E2F-F81D-7A7D-C096-E9A646DCB216}"/>
          </ac:inkMkLst>
        </pc:inkChg>
        <pc:inkChg chg="add">
          <ac:chgData name="한승원" userId="498bb430-7167-428b-b373-ba47dd6c2247" providerId="ADAL" clId="{004CEBFE-6AB0-499E-B2DD-1818AD6EA4A0}" dt="2025-11-17T11:09:56.917" v="3190"/>
          <ac:inkMkLst>
            <pc:docMk/>
            <pc:sldMk cId="3788218216" sldId="282"/>
            <ac:inkMk id="19" creationId="{CD0F4182-1DD2-27DD-94BB-7F66AFE3E398}"/>
          </ac:inkMkLst>
        </pc:inkChg>
        <pc:cxnChg chg="del">
          <ac:chgData name="한승원" userId="498bb430-7167-428b-b373-ba47dd6c2247" providerId="ADAL" clId="{004CEBFE-6AB0-499E-B2DD-1818AD6EA4A0}" dt="2025-11-17T11:04:48.745" v="3004" actId="478"/>
          <ac:cxnSpMkLst>
            <pc:docMk/>
            <pc:sldMk cId="3788218216" sldId="282"/>
            <ac:cxnSpMk id="15" creationId="{DD93384A-262E-D19C-947B-4ABE0B020298}"/>
          </ac:cxnSpMkLst>
        </pc:cxnChg>
        <pc:cxnChg chg="add mod">
          <ac:chgData name="한승원" userId="498bb430-7167-428b-b373-ba47dd6c2247" providerId="ADAL" clId="{004CEBFE-6AB0-499E-B2DD-1818AD6EA4A0}" dt="2025-11-17T11:13:16.385" v="3296" actId="208"/>
          <ac:cxnSpMkLst>
            <pc:docMk/>
            <pc:sldMk cId="3788218216" sldId="282"/>
            <ac:cxnSpMk id="28" creationId="{20A05FBE-2711-9607-1B6E-D462FC3764C7}"/>
          </ac:cxnSpMkLst>
        </pc:cxnChg>
        <pc:cxnChg chg="add mod">
          <ac:chgData name="한승원" userId="498bb430-7167-428b-b373-ba47dd6c2247" providerId="ADAL" clId="{004CEBFE-6AB0-499E-B2DD-1818AD6EA4A0}" dt="2025-11-17T11:13:16.385" v="3296" actId="208"/>
          <ac:cxnSpMkLst>
            <pc:docMk/>
            <pc:sldMk cId="3788218216" sldId="282"/>
            <ac:cxnSpMk id="30" creationId="{142F7BF8-EF38-5159-326A-E6149920E907}"/>
          </ac:cxnSpMkLst>
        </pc:cxnChg>
      </pc:sldChg>
      <pc:sldChg chg="addSp delSp modSp add mod ord modTransition">
        <pc:chgData name="한승원" userId="498bb430-7167-428b-b373-ba47dd6c2247" providerId="ADAL" clId="{004CEBFE-6AB0-499E-B2DD-1818AD6EA4A0}" dt="2025-11-17T11:56:27.552" v="4786"/>
        <pc:sldMkLst>
          <pc:docMk/>
          <pc:sldMk cId="2013052350" sldId="283"/>
        </pc:sldMkLst>
        <pc:spChg chg="add mod">
          <ac:chgData name="한승원" userId="498bb430-7167-428b-b373-ba47dd6c2247" providerId="ADAL" clId="{004CEBFE-6AB0-499E-B2DD-1818AD6EA4A0}" dt="2025-11-17T11:17:15.694" v="3452" actId="1076"/>
          <ac:spMkLst>
            <pc:docMk/>
            <pc:sldMk cId="2013052350" sldId="283"/>
            <ac:spMk id="2" creationId="{2668FA2B-FD05-B69B-BA13-012CCAAA2F58}"/>
          </ac:spMkLst>
        </pc:spChg>
        <pc:spChg chg="add mod">
          <ac:chgData name="한승원" userId="498bb430-7167-428b-b373-ba47dd6c2247" providerId="ADAL" clId="{004CEBFE-6AB0-499E-B2DD-1818AD6EA4A0}" dt="2025-11-17T11:18:11.894" v="3483" actId="1076"/>
          <ac:spMkLst>
            <pc:docMk/>
            <pc:sldMk cId="2013052350" sldId="283"/>
            <ac:spMk id="16" creationId="{CBAB99FB-349F-4F67-B9A1-B58BD7A8A984}"/>
          </ac:spMkLst>
        </pc:spChg>
        <pc:spChg chg="del mod">
          <ac:chgData name="한승원" userId="498bb430-7167-428b-b373-ba47dd6c2247" providerId="ADAL" clId="{004CEBFE-6AB0-499E-B2DD-1818AD6EA4A0}" dt="2025-11-17T11:17:12.223" v="3450" actId="478"/>
          <ac:spMkLst>
            <pc:docMk/>
            <pc:sldMk cId="2013052350" sldId="283"/>
            <ac:spMk id="29" creationId="{CED90AB7-A5A2-C918-13AE-5F3E72374969}"/>
          </ac:spMkLst>
        </pc:spChg>
        <pc:picChg chg="add mod">
          <ac:chgData name="한승원" userId="498bb430-7167-428b-b373-ba47dd6c2247" providerId="ADAL" clId="{004CEBFE-6AB0-499E-B2DD-1818AD6EA4A0}" dt="2025-11-17T11:17:56.202" v="3454" actId="1076"/>
          <ac:picMkLst>
            <pc:docMk/>
            <pc:sldMk cId="2013052350" sldId="283"/>
            <ac:picMk id="10" creationId="{510D320C-FDCD-72AA-1495-95FB938288F5}"/>
          </ac:picMkLst>
        </pc:picChg>
        <pc:picChg chg="del">
          <ac:chgData name="한승원" userId="498bb430-7167-428b-b373-ba47dd6c2247" providerId="ADAL" clId="{004CEBFE-6AB0-499E-B2DD-1818AD6EA4A0}" dt="2025-11-17T11:17:12.711" v="3451" actId="478"/>
          <ac:picMkLst>
            <pc:docMk/>
            <pc:sldMk cId="2013052350" sldId="283"/>
            <ac:picMk id="1026" creationId="{4DE34D2A-63E3-3BEA-B6B5-3A8CFCF57564}"/>
          </ac:picMkLst>
        </pc:picChg>
      </pc:sldChg>
      <pc:sldChg chg="addSp delSp modSp add mod modTransition">
        <pc:chgData name="한승원" userId="498bb430-7167-428b-b373-ba47dd6c2247" providerId="ADAL" clId="{004CEBFE-6AB0-499E-B2DD-1818AD6EA4A0}" dt="2025-11-17T11:56:27.552" v="4786"/>
        <pc:sldMkLst>
          <pc:docMk/>
          <pc:sldMk cId="1166142998" sldId="284"/>
        </pc:sldMkLst>
        <pc:spChg chg="del">
          <ac:chgData name="한승원" userId="498bb430-7167-428b-b373-ba47dd6c2247" providerId="ADAL" clId="{004CEBFE-6AB0-499E-B2DD-1818AD6EA4A0}" dt="2025-11-17T11:21:15.547" v="3540" actId="478"/>
          <ac:spMkLst>
            <pc:docMk/>
            <pc:sldMk cId="1166142998" sldId="284"/>
            <ac:spMk id="2" creationId="{84636374-9C73-78D8-F557-FF5152AD6E97}"/>
          </ac:spMkLst>
        </pc:spChg>
        <pc:spChg chg="del">
          <ac:chgData name="한승원" userId="498bb430-7167-428b-b373-ba47dd6c2247" providerId="ADAL" clId="{004CEBFE-6AB0-499E-B2DD-1818AD6EA4A0}" dt="2025-11-17T11:21:09.054" v="3531" actId="478"/>
          <ac:spMkLst>
            <pc:docMk/>
            <pc:sldMk cId="1166142998" sldId="284"/>
            <ac:spMk id="14" creationId="{EE9C3B47-054F-FAB8-72BF-1D5F3CC860C4}"/>
          </ac:spMkLst>
        </pc:spChg>
        <pc:spChg chg="del">
          <ac:chgData name="한승원" userId="498bb430-7167-428b-b373-ba47dd6c2247" providerId="ADAL" clId="{004CEBFE-6AB0-499E-B2DD-1818AD6EA4A0}" dt="2025-11-17T11:21:14.500" v="3539" actId="478"/>
          <ac:spMkLst>
            <pc:docMk/>
            <pc:sldMk cId="1166142998" sldId="284"/>
            <ac:spMk id="16" creationId="{11E3E3EA-1872-9E28-0CFB-CAA8CF5CC0EF}"/>
          </ac:spMkLst>
        </pc:spChg>
        <pc:spChg chg="add mod">
          <ac:chgData name="한승원" userId="498bb430-7167-428b-b373-ba47dd6c2247" providerId="ADAL" clId="{004CEBFE-6AB0-499E-B2DD-1818AD6EA4A0}" dt="2025-11-17T11:39:08.688" v="4326" actId="14100"/>
          <ac:spMkLst>
            <pc:docMk/>
            <pc:sldMk cId="1166142998" sldId="284"/>
            <ac:spMk id="18" creationId="{A99880E8-2A83-6551-1039-138C52114EEE}"/>
          </ac:spMkLst>
        </pc:spChg>
        <pc:spChg chg="del">
          <ac:chgData name="한승원" userId="498bb430-7167-428b-b373-ba47dd6c2247" providerId="ADAL" clId="{004CEBFE-6AB0-499E-B2DD-1818AD6EA4A0}" dt="2025-11-17T11:21:12.882" v="3537" actId="478"/>
          <ac:spMkLst>
            <pc:docMk/>
            <pc:sldMk cId="1166142998" sldId="284"/>
            <ac:spMk id="25" creationId="{1E14BFCB-E8A7-5B13-A2E6-8D7E27318AC5}"/>
          </ac:spMkLst>
        </pc:spChg>
        <pc:spChg chg="add mod">
          <ac:chgData name="한승원" userId="498bb430-7167-428b-b373-ba47dd6c2247" providerId="ADAL" clId="{004CEBFE-6AB0-499E-B2DD-1818AD6EA4A0}" dt="2025-11-17T11:25:39.417" v="3672" actId="14100"/>
          <ac:spMkLst>
            <pc:docMk/>
            <pc:sldMk cId="1166142998" sldId="284"/>
            <ac:spMk id="26" creationId="{537F45FF-B035-D8D5-96E8-416C1796992E}"/>
          </ac:spMkLst>
        </pc:spChg>
        <pc:spChg chg="add mod">
          <ac:chgData name="한승원" userId="498bb430-7167-428b-b373-ba47dd6c2247" providerId="ADAL" clId="{004CEBFE-6AB0-499E-B2DD-1818AD6EA4A0}" dt="2025-11-17T11:26:03.381" v="3761" actId="20577"/>
          <ac:spMkLst>
            <pc:docMk/>
            <pc:sldMk cId="1166142998" sldId="284"/>
            <ac:spMk id="28" creationId="{C368479C-028F-69D9-B34C-A9A8E5292188}"/>
          </ac:spMkLst>
        </pc:spChg>
        <pc:spChg chg="add del mod">
          <ac:chgData name="한승원" userId="498bb430-7167-428b-b373-ba47dd6c2247" providerId="ADAL" clId="{004CEBFE-6AB0-499E-B2DD-1818AD6EA4A0}" dt="2025-11-17T11:27:38.535" v="3796" actId="208"/>
          <ac:spMkLst>
            <pc:docMk/>
            <pc:sldMk cId="1166142998" sldId="284"/>
            <ac:spMk id="30" creationId="{AA87FBC3-1004-E4C9-89C0-901DF9B14A9B}"/>
          </ac:spMkLst>
        </pc:spChg>
        <pc:spChg chg="add mod">
          <ac:chgData name="한승원" userId="498bb430-7167-428b-b373-ba47dd6c2247" providerId="ADAL" clId="{004CEBFE-6AB0-499E-B2DD-1818AD6EA4A0}" dt="2025-11-17T11:27:20.086" v="3795" actId="1076"/>
          <ac:spMkLst>
            <pc:docMk/>
            <pc:sldMk cId="1166142998" sldId="284"/>
            <ac:spMk id="38" creationId="{39BE0223-E7B7-DB23-0EA5-BBBE364F1CE4}"/>
          </ac:spMkLst>
        </pc:spChg>
        <pc:spChg chg="mod">
          <ac:chgData name="한승원" userId="498bb430-7167-428b-b373-ba47dd6c2247" providerId="ADAL" clId="{004CEBFE-6AB0-499E-B2DD-1818AD6EA4A0}" dt="2025-11-17T11:21:06.118" v="3529" actId="20577"/>
          <ac:spMkLst>
            <pc:docMk/>
            <pc:sldMk cId="1166142998" sldId="284"/>
            <ac:spMk id="66" creationId="{890D88CE-4E1E-1F0C-5C61-04049D497DAA}"/>
          </ac:spMkLst>
        </pc:spChg>
        <pc:grpChg chg="del mod">
          <ac:chgData name="한승원" userId="498bb430-7167-428b-b373-ba47dd6c2247" providerId="ADAL" clId="{004CEBFE-6AB0-499E-B2DD-1818AD6EA4A0}" dt="2025-11-17T11:21:09.583" v="3533" actId="478"/>
          <ac:grpSpMkLst>
            <pc:docMk/>
            <pc:sldMk cId="1166142998" sldId="284"/>
            <ac:grpSpMk id="4" creationId="{FBA0C9B4-338A-C085-970C-8E2A68958B85}"/>
          </ac:grpSpMkLst>
        </pc:grpChg>
        <pc:grpChg chg="del">
          <ac:chgData name="한승원" userId="498bb430-7167-428b-b373-ba47dd6c2247" providerId="ADAL" clId="{004CEBFE-6AB0-499E-B2DD-1818AD6EA4A0}" dt="2025-11-17T11:21:10.120" v="3534" actId="478"/>
          <ac:grpSpMkLst>
            <pc:docMk/>
            <pc:sldMk cId="1166142998" sldId="284"/>
            <ac:grpSpMk id="12" creationId="{71B7FD05-5918-9B4C-971F-E0CE3D1F9427}"/>
          </ac:grpSpMkLst>
        </pc:grpChg>
        <pc:grpChg chg="del">
          <ac:chgData name="한승원" userId="498bb430-7167-428b-b373-ba47dd6c2247" providerId="ADAL" clId="{004CEBFE-6AB0-499E-B2DD-1818AD6EA4A0}" dt="2025-11-17T11:21:10.883" v="3535" actId="478"/>
          <ac:grpSpMkLst>
            <pc:docMk/>
            <pc:sldMk cId="1166142998" sldId="284"/>
            <ac:grpSpMk id="31" creationId="{7303825B-E92D-14A5-1E3D-574E6CCF3AE6}"/>
          </ac:grpSpMkLst>
        </pc:grpChg>
        <pc:picChg chg="del">
          <ac:chgData name="한승원" userId="498bb430-7167-428b-b373-ba47dd6c2247" providerId="ADAL" clId="{004CEBFE-6AB0-499E-B2DD-1818AD6EA4A0}" dt="2025-11-17T11:21:08.131" v="3530" actId="478"/>
          <ac:picMkLst>
            <pc:docMk/>
            <pc:sldMk cId="1166142998" sldId="284"/>
            <ac:picMk id="3" creationId="{8811EE18-C7EB-A2A0-F097-09E255EBAB2A}"/>
          </ac:picMkLst>
        </pc:picChg>
        <pc:picChg chg="del">
          <ac:chgData name="한승원" userId="498bb430-7167-428b-b373-ba47dd6c2247" providerId="ADAL" clId="{004CEBFE-6AB0-499E-B2DD-1818AD6EA4A0}" dt="2025-11-17T11:21:13.332" v="3538" actId="478"/>
          <ac:picMkLst>
            <pc:docMk/>
            <pc:sldMk cId="1166142998" sldId="284"/>
            <ac:picMk id="10" creationId="{930F5ABD-AFA9-E10F-5B95-9574EA876C16}"/>
          </ac:picMkLst>
        </pc:picChg>
        <pc:picChg chg="add mod">
          <ac:chgData name="한승원" userId="498bb430-7167-428b-b373-ba47dd6c2247" providerId="ADAL" clId="{004CEBFE-6AB0-499E-B2DD-1818AD6EA4A0}" dt="2025-11-17T11:22:16.017" v="3543" actId="1076"/>
          <ac:picMkLst>
            <pc:docMk/>
            <pc:sldMk cId="1166142998" sldId="284"/>
            <ac:picMk id="17" creationId="{14EEC85B-CEA8-75CA-8DC8-A74E45E271D9}"/>
          </ac:picMkLst>
        </pc:picChg>
        <pc:picChg chg="add del mod">
          <ac:chgData name="한승원" userId="498bb430-7167-428b-b373-ba47dd6c2247" providerId="ADAL" clId="{004CEBFE-6AB0-499E-B2DD-1818AD6EA4A0}" dt="2025-11-17T11:25:00.798" v="3596" actId="22"/>
          <ac:picMkLst>
            <pc:docMk/>
            <pc:sldMk cId="1166142998" sldId="284"/>
            <ac:picMk id="20" creationId="{0AFC9F35-A0F8-9289-1CA3-9867FB815BC9}"/>
          </ac:picMkLst>
        </pc:picChg>
        <pc:picChg chg="add mod">
          <ac:chgData name="한승원" userId="498bb430-7167-428b-b373-ba47dd6c2247" providerId="ADAL" clId="{004CEBFE-6AB0-499E-B2DD-1818AD6EA4A0}" dt="2025-11-17T11:25:03.513" v="3598" actId="1076"/>
          <ac:picMkLst>
            <pc:docMk/>
            <pc:sldMk cId="1166142998" sldId="284"/>
            <ac:picMk id="22" creationId="{8FD9A02E-3391-2E19-0262-3A168474F233}"/>
          </ac:picMkLst>
        </pc:picChg>
        <pc:cxnChg chg="del">
          <ac:chgData name="한승원" userId="498bb430-7167-428b-b373-ba47dd6c2247" providerId="ADAL" clId="{004CEBFE-6AB0-499E-B2DD-1818AD6EA4A0}" dt="2025-11-17T11:21:11.384" v="3536" actId="478"/>
          <ac:cxnSpMkLst>
            <pc:docMk/>
            <pc:sldMk cId="1166142998" sldId="284"/>
            <ac:cxnSpMk id="15" creationId="{782685B0-E43A-2184-0A51-802C77620CDA}"/>
          </ac:cxnSpMkLst>
        </pc:cxnChg>
        <pc:cxnChg chg="add mod">
          <ac:chgData name="한승원" userId="498bb430-7167-428b-b373-ba47dd6c2247" providerId="ADAL" clId="{004CEBFE-6AB0-499E-B2DD-1818AD6EA4A0}" dt="2025-11-17T11:25:14.494" v="3601" actId="14100"/>
          <ac:cxnSpMkLst>
            <pc:docMk/>
            <pc:sldMk cId="1166142998" sldId="284"/>
            <ac:cxnSpMk id="23" creationId="{1CB7DA74-9950-D89E-5562-13C84A3EA5CE}"/>
          </ac:cxnSpMkLst>
        </pc:cxnChg>
        <pc:cxnChg chg="add del mod">
          <ac:chgData name="한승원" userId="498bb430-7167-428b-b373-ba47dd6c2247" providerId="ADAL" clId="{004CEBFE-6AB0-499E-B2DD-1818AD6EA4A0}" dt="2025-11-17T11:26:54.675" v="3775" actId="14100"/>
          <ac:cxnSpMkLst>
            <pc:docMk/>
            <pc:sldMk cId="1166142998" sldId="284"/>
            <ac:cxnSpMk id="27" creationId="{22DE69BD-E38A-29C5-1E27-31C8CC07261F}"/>
          </ac:cxnSpMkLst>
        </pc:cxnChg>
        <pc:cxnChg chg="add mod">
          <ac:chgData name="한승원" userId="498bb430-7167-428b-b373-ba47dd6c2247" providerId="ADAL" clId="{004CEBFE-6AB0-499E-B2DD-1818AD6EA4A0}" dt="2025-11-17T11:27:02.160" v="3779" actId="14100"/>
          <ac:cxnSpMkLst>
            <pc:docMk/>
            <pc:sldMk cId="1166142998" sldId="284"/>
            <ac:cxnSpMk id="36" creationId="{9EF59849-736A-CFC0-D1BF-7DC6B55ADBE9}"/>
          </ac:cxnSpMkLst>
        </pc:cxnChg>
      </pc:sldChg>
      <pc:sldChg chg="addSp delSp modSp add mod modTransition">
        <pc:chgData name="한승원" userId="498bb430-7167-428b-b373-ba47dd6c2247" providerId="ADAL" clId="{004CEBFE-6AB0-499E-B2DD-1818AD6EA4A0}" dt="2025-11-17T11:56:27.552" v="4786"/>
        <pc:sldMkLst>
          <pc:docMk/>
          <pc:sldMk cId="392298675" sldId="285"/>
        </pc:sldMkLst>
        <pc:spChg chg="add mod">
          <ac:chgData name="한승원" userId="498bb430-7167-428b-b373-ba47dd6c2247" providerId="ADAL" clId="{004CEBFE-6AB0-499E-B2DD-1818AD6EA4A0}" dt="2025-11-17T11:30:21.014" v="3880" actId="1076"/>
          <ac:spMkLst>
            <pc:docMk/>
            <pc:sldMk cId="392298675" sldId="285"/>
            <ac:spMk id="13" creationId="{C9259461-A4EF-300E-D3CC-64036522BAA7}"/>
          </ac:spMkLst>
        </pc:spChg>
        <pc:spChg chg="add mod">
          <ac:chgData name="한승원" userId="498bb430-7167-428b-b373-ba47dd6c2247" providerId="ADAL" clId="{004CEBFE-6AB0-499E-B2DD-1818AD6EA4A0}" dt="2025-11-17T11:31:08.670" v="4014" actId="1076"/>
          <ac:spMkLst>
            <pc:docMk/>
            <pc:sldMk cId="392298675" sldId="285"/>
            <ac:spMk id="14" creationId="{978E7697-6821-1362-A32D-F98ED9EB94BF}"/>
          </ac:spMkLst>
        </pc:spChg>
        <pc:spChg chg="del">
          <ac:chgData name="한승원" userId="498bb430-7167-428b-b373-ba47dd6c2247" providerId="ADAL" clId="{004CEBFE-6AB0-499E-B2DD-1818AD6EA4A0}" dt="2025-11-17T11:28:26.019" v="3819" actId="478"/>
          <ac:spMkLst>
            <pc:docMk/>
            <pc:sldMk cId="392298675" sldId="285"/>
            <ac:spMk id="18" creationId="{A9F64B86-80B8-36C8-83D3-43C62A1F9C09}"/>
          </ac:spMkLst>
        </pc:spChg>
        <pc:spChg chg="del">
          <ac:chgData name="한승원" userId="498bb430-7167-428b-b373-ba47dd6c2247" providerId="ADAL" clId="{004CEBFE-6AB0-499E-B2DD-1818AD6EA4A0}" dt="2025-11-17T11:28:32.211" v="3827" actId="478"/>
          <ac:spMkLst>
            <pc:docMk/>
            <pc:sldMk cId="392298675" sldId="285"/>
            <ac:spMk id="26" creationId="{25575611-4DCA-631E-C77A-15D5A83F31FB}"/>
          </ac:spMkLst>
        </pc:spChg>
        <pc:spChg chg="del">
          <ac:chgData name="한승원" userId="498bb430-7167-428b-b373-ba47dd6c2247" providerId="ADAL" clId="{004CEBFE-6AB0-499E-B2DD-1818AD6EA4A0}" dt="2025-11-17T11:28:31.259" v="3826" actId="478"/>
          <ac:spMkLst>
            <pc:docMk/>
            <pc:sldMk cId="392298675" sldId="285"/>
            <ac:spMk id="28" creationId="{9D86A791-0D74-E75A-6580-CC3A5017074D}"/>
          </ac:spMkLst>
        </pc:spChg>
        <pc:spChg chg="del">
          <ac:chgData name="한승원" userId="498bb430-7167-428b-b373-ba47dd6c2247" providerId="ADAL" clId="{004CEBFE-6AB0-499E-B2DD-1818AD6EA4A0}" dt="2025-11-17T11:28:28.838" v="3823" actId="478"/>
          <ac:spMkLst>
            <pc:docMk/>
            <pc:sldMk cId="392298675" sldId="285"/>
            <ac:spMk id="30" creationId="{9E6AE77D-0615-F82F-E5FA-942C7E2C0260}"/>
          </ac:spMkLst>
        </pc:spChg>
        <pc:spChg chg="del">
          <ac:chgData name="한승원" userId="498bb430-7167-428b-b373-ba47dd6c2247" providerId="ADAL" clId="{004CEBFE-6AB0-499E-B2DD-1818AD6EA4A0}" dt="2025-11-17T11:28:27.923" v="3822" actId="478"/>
          <ac:spMkLst>
            <pc:docMk/>
            <pc:sldMk cId="392298675" sldId="285"/>
            <ac:spMk id="38" creationId="{0EB042D1-6826-959F-C97C-2126711A1071}"/>
          </ac:spMkLst>
        </pc:spChg>
        <pc:spChg chg="mod">
          <ac:chgData name="한승원" userId="498bb430-7167-428b-b373-ba47dd6c2247" providerId="ADAL" clId="{004CEBFE-6AB0-499E-B2DD-1818AD6EA4A0}" dt="2025-11-17T11:28:22.940" v="3818" actId="20577"/>
          <ac:spMkLst>
            <pc:docMk/>
            <pc:sldMk cId="392298675" sldId="285"/>
            <ac:spMk id="66" creationId="{572F2885-1152-559F-3879-E5C81734DE5A}"/>
          </ac:spMkLst>
        </pc:spChg>
        <pc:grpChg chg="add mod">
          <ac:chgData name="한승원" userId="498bb430-7167-428b-b373-ba47dd6c2247" providerId="ADAL" clId="{004CEBFE-6AB0-499E-B2DD-1818AD6EA4A0}" dt="2025-11-17T11:29:20.283" v="3834" actId="1076"/>
          <ac:grpSpMkLst>
            <pc:docMk/>
            <pc:sldMk cId="392298675" sldId="285"/>
            <ac:grpSpMk id="4" creationId="{869A8A0B-8BB3-E4BD-3300-278B88EFF9F5}"/>
          </ac:grpSpMkLst>
        </pc:grpChg>
        <pc:grpChg chg="add mod">
          <ac:chgData name="한승원" userId="498bb430-7167-428b-b373-ba47dd6c2247" providerId="ADAL" clId="{004CEBFE-6AB0-499E-B2DD-1818AD6EA4A0}" dt="2025-11-17T11:29:55.116" v="3840" actId="14100"/>
          <ac:grpSpMkLst>
            <pc:docMk/>
            <pc:sldMk cId="392298675" sldId="285"/>
            <ac:grpSpMk id="8" creationId="{49E970A4-A23F-6ACE-5857-75B54793A1FB}"/>
          </ac:grpSpMkLst>
        </pc:grpChg>
        <pc:picChg chg="add mod">
          <ac:chgData name="한승원" userId="498bb430-7167-428b-b373-ba47dd6c2247" providerId="ADAL" clId="{004CEBFE-6AB0-499E-B2DD-1818AD6EA4A0}" dt="2025-11-17T11:29:06.328" v="3830" actId="1076"/>
          <ac:picMkLst>
            <pc:docMk/>
            <pc:sldMk cId="392298675" sldId="285"/>
            <ac:picMk id="3" creationId="{8611F1DE-562A-185A-07BC-82FD3098C7E2}"/>
          </ac:picMkLst>
        </pc:picChg>
        <pc:picChg chg="add mod">
          <ac:chgData name="한승원" userId="498bb430-7167-428b-b373-ba47dd6c2247" providerId="ADAL" clId="{004CEBFE-6AB0-499E-B2DD-1818AD6EA4A0}" dt="2025-11-17T11:30:02.822" v="3841"/>
          <ac:picMkLst>
            <pc:docMk/>
            <pc:sldMk cId="392298675" sldId="285"/>
            <ac:picMk id="12" creationId="{36976FAC-CA09-254A-801D-B205AD91D56B}"/>
          </ac:picMkLst>
        </pc:picChg>
        <pc:picChg chg="del">
          <ac:chgData name="한승원" userId="498bb430-7167-428b-b373-ba47dd6c2247" providerId="ADAL" clId="{004CEBFE-6AB0-499E-B2DD-1818AD6EA4A0}" dt="2025-11-17T11:28:26.971" v="3821" actId="478"/>
          <ac:picMkLst>
            <pc:docMk/>
            <pc:sldMk cId="392298675" sldId="285"/>
            <ac:picMk id="17" creationId="{E16820C1-02FE-8FE0-2951-375AD0032870}"/>
          </ac:picMkLst>
        </pc:picChg>
        <pc:picChg chg="del">
          <ac:chgData name="한승원" userId="498bb430-7167-428b-b373-ba47dd6c2247" providerId="ADAL" clId="{004CEBFE-6AB0-499E-B2DD-1818AD6EA4A0}" dt="2025-11-17T11:28:26.564" v="3820" actId="478"/>
          <ac:picMkLst>
            <pc:docMk/>
            <pc:sldMk cId="392298675" sldId="285"/>
            <ac:picMk id="22" creationId="{F63F726C-D73C-BDCD-0CDD-2479B2DBBD41}"/>
          </ac:picMkLst>
        </pc:picChg>
        <pc:cxnChg chg="mod">
          <ac:chgData name="한승원" userId="498bb430-7167-428b-b373-ba47dd6c2247" providerId="ADAL" clId="{004CEBFE-6AB0-499E-B2DD-1818AD6EA4A0}" dt="2025-11-17T11:29:14.045" v="3831"/>
          <ac:cxnSpMkLst>
            <pc:docMk/>
            <pc:sldMk cId="392298675" sldId="285"/>
            <ac:cxnSpMk id="5" creationId="{CBB28736-B0C7-BB3E-CB49-8C097F78EB25}"/>
          </ac:cxnSpMkLst>
        </pc:cxnChg>
        <pc:cxnChg chg="mod">
          <ac:chgData name="한승원" userId="498bb430-7167-428b-b373-ba47dd6c2247" providerId="ADAL" clId="{004CEBFE-6AB0-499E-B2DD-1818AD6EA4A0}" dt="2025-11-17T11:29:14.045" v="3831"/>
          <ac:cxnSpMkLst>
            <pc:docMk/>
            <pc:sldMk cId="392298675" sldId="285"/>
            <ac:cxnSpMk id="6" creationId="{6CF5C576-F046-413A-B295-06E7E158C0E7}"/>
          </ac:cxnSpMkLst>
        </pc:cxnChg>
        <pc:cxnChg chg="mod">
          <ac:chgData name="한승원" userId="498bb430-7167-428b-b373-ba47dd6c2247" providerId="ADAL" clId="{004CEBFE-6AB0-499E-B2DD-1818AD6EA4A0}" dt="2025-11-17T11:29:14.045" v="3831"/>
          <ac:cxnSpMkLst>
            <pc:docMk/>
            <pc:sldMk cId="392298675" sldId="285"/>
            <ac:cxnSpMk id="7" creationId="{38288A4E-14DE-D8F4-AA13-737122B8173C}"/>
          </ac:cxnSpMkLst>
        </pc:cxnChg>
        <pc:cxnChg chg="mod">
          <ac:chgData name="한승원" userId="498bb430-7167-428b-b373-ba47dd6c2247" providerId="ADAL" clId="{004CEBFE-6AB0-499E-B2DD-1818AD6EA4A0}" dt="2025-11-17T11:29:41.405" v="3835" actId="571"/>
          <ac:cxnSpMkLst>
            <pc:docMk/>
            <pc:sldMk cId="392298675" sldId="285"/>
            <ac:cxnSpMk id="9" creationId="{1609F190-50A8-07D1-E6C7-B7B4C7DD5C21}"/>
          </ac:cxnSpMkLst>
        </pc:cxnChg>
        <pc:cxnChg chg="mod">
          <ac:chgData name="한승원" userId="498bb430-7167-428b-b373-ba47dd6c2247" providerId="ADAL" clId="{004CEBFE-6AB0-499E-B2DD-1818AD6EA4A0}" dt="2025-11-17T11:29:41.405" v="3835" actId="571"/>
          <ac:cxnSpMkLst>
            <pc:docMk/>
            <pc:sldMk cId="392298675" sldId="285"/>
            <ac:cxnSpMk id="10" creationId="{EC6B0D99-AD22-9880-ED31-5207495611C7}"/>
          </ac:cxnSpMkLst>
        </pc:cxnChg>
        <pc:cxnChg chg="mod">
          <ac:chgData name="한승원" userId="498bb430-7167-428b-b373-ba47dd6c2247" providerId="ADAL" clId="{004CEBFE-6AB0-499E-B2DD-1818AD6EA4A0}" dt="2025-11-17T11:29:41.405" v="3835" actId="571"/>
          <ac:cxnSpMkLst>
            <pc:docMk/>
            <pc:sldMk cId="392298675" sldId="285"/>
            <ac:cxnSpMk id="11" creationId="{BA560548-0EA2-C7C1-497D-E406623D3E7E}"/>
          </ac:cxnSpMkLst>
        </pc:cxnChg>
        <pc:cxnChg chg="del">
          <ac:chgData name="한승원" userId="498bb430-7167-428b-b373-ba47dd6c2247" providerId="ADAL" clId="{004CEBFE-6AB0-499E-B2DD-1818AD6EA4A0}" dt="2025-11-17T11:28:32.771" v="3828" actId="478"/>
          <ac:cxnSpMkLst>
            <pc:docMk/>
            <pc:sldMk cId="392298675" sldId="285"/>
            <ac:cxnSpMk id="23" creationId="{7F6D8F53-E32F-A5EF-D63F-FB13613FED1B}"/>
          </ac:cxnSpMkLst>
        </pc:cxnChg>
        <pc:cxnChg chg="del">
          <ac:chgData name="한승원" userId="498bb430-7167-428b-b373-ba47dd6c2247" providerId="ADAL" clId="{004CEBFE-6AB0-499E-B2DD-1818AD6EA4A0}" dt="2025-11-17T11:28:29.354" v="3824" actId="478"/>
          <ac:cxnSpMkLst>
            <pc:docMk/>
            <pc:sldMk cId="392298675" sldId="285"/>
            <ac:cxnSpMk id="27" creationId="{1473E9E5-DE85-4AA6-FE02-7A62CD3C5050}"/>
          </ac:cxnSpMkLst>
        </pc:cxnChg>
        <pc:cxnChg chg="del">
          <ac:chgData name="한승원" userId="498bb430-7167-428b-b373-ba47dd6c2247" providerId="ADAL" clId="{004CEBFE-6AB0-499E-B2DD-1818AD6EA4A0}" dt="2025-11-17T11:28:30.281" v="3825" actId="478"/>
          <ac:cxnSpMkLst>
            <pc:docMk/>
            <pc:sldMk cId="392298675" sldId="285"/>
            <ac:cxnSpMk id="36" creationId="{D00C04FA-5CAA-985D-01C0-4FE4909625BF}"/>
          </ac:cxnSpMkLst>
        </pc:cxnChg>
      </pc:sldChg>
      <pc:sldChg chg="addSp delSp modSp add mod modTransition">
        <pc:chgData name="한승원" userId="498bb430-7167-428b-b373-ba47dd6c2247" providerId="ADAL" clId="{004CEBFE-6AB0-499E-B2DD-1818AD6EA4A0}" dt="2025-11-17T11:56:27.552" v="4786"/>
        <pc:sldMkLst>
          <pc:docMk/>
          <pc:sldMk cId="46911416" sldId="286"/>
        </pc:sldMkLst>
        <pc:spChg chg="del">
          <ac:chgData name="한승원" userId="498bb430-7167-428b-b373-ba47dd6c2247" providerId="ADAL" clId="{004CEBFE-6AB0-499E-B2DD-1818AD6EA4A0}" dt="2025-11-17T11:31:46.468" v="4020" actId="478"/>
          <ac:spMkLst>
            <pc:docMk/>
            <pc:sldMk cId="46911416" sldId="286"/>
            <ac:spMk id="13" creationId="{297A88E4-97BF-B96D-9CDF-A2F000E3DEEB}"/>
          </ac:spMkLst>
        </pc:spChg>
        <pc:spChg chg="del mod">
          <ac:chgData name="한승원" userId="498bb430-7167-428b-b373-ba47dd6c2247" providerId="ADAL" clId="{004CEBFE-6AB0-499E-B2DD-1818AD6EA4A0}" dt="2025-11-17T11:32:26.786" v="4045" actId="478"/>
          <ac:spMkLst>
            <pc:docMk/>
            <pc:sldMk cId="46911416" sldId="286"/>
            <ac:spMk id="14" creationId="{F34D1DE4-1422-3422-29E9-542771D87887}"/>
          </ac:spMkLst>
        </pc:spChg>
        <pc:spChg chg="add mod">
          <ac:chgData name="한승원" userId="498bb430-7167-428b-b373-ba47dd6c2247" providerId="ADAL" clId="{004CEBFE-6AB0-499E-B2DD-1818AD6EA4A0}" dt="2025-11-17T11:32:48.860" v="4046" actId="14100"/>
          <ac:spMkLst>
            <pc:docMk/>
            <pc:sldMk cId="46911416" sldId="286"/>
            <ac:spMk id="15" creationId="{B3934A44-E24A-B840-E2CA-55CCA92D96A0}"/>
          </ac:spMkLst>
        </pc:spChg>
        <pc:spChg chg="add del mod">
          <ac:chgData name="한승원" userId="498bb430-7167-428b-b373-ba47dd6c2247" providerId="ADAL" clId="{004CEBFE-6AB0-499E-B2DD-1818AD6EA4A0}" dt="2025-11-17T11:33:12.447" v="4050" actId="22"/>
          <ac:spMkLst>
            <pc:docMk/>
            <pc:sldMk cId="46911416" sldId="286"/>
            <ac:spMk id="17" creationId="{893B6D41-FF83-2BB7-BF87-76AB0A88DE04}"/>
          </ac:spMkLst>
        </pc:spChg>
        <pc:spChg chg="add mod">
          <ac:chgData name="한승원" userId="498bb430-7167-428b-b373-ba47dd6c2247" providerId="ADAL" clId="{004CEBFE-6AB0-499E-B2DD-1818AD6EA4A0}" dt="2025-11-17T11:33:39.583" v="4093" actId="1076"/>
          <ac:spMkLst>
            <pc:docMk/>
            <pc:sldMk cId="46911416" sldId="286"/>
            <ac:spMk id="18" creationId="{D390E2B3-C44F-45EF-9D18-4FFE05FE2A8C}"/>
          </ac:spMkLst>
        </pc:spChg>
        <pc:spChg chg="add mod">
          <ac:chgData name="한승원" userId="498bb430-7167-428b-b373-ba47dd6c2247" providerId="ADAL" clId="{004CEBFE-6AB0-499E-B2DD-1818AD6EA4A0}" dt="2025-11-17T11:36:23.787" v="4099" actId="1076"/>
          <ac:spMkLst>
            <pc:docMk/>
            <pc:sldMk cId="46911416" sldId="286"/>
            <ac:spMk id="21" creationId="{22B423CA-1BC7-0795-B9FE-ED755F7FDE67}"/>
          </ac:spMkLst>
        </pc:spChg>
        <pc:spChg chg="add mod">
          <ac:chgData name="한승원" userId="498bb430-7167-428b-b373-ba47dd6c2247" providerId="ADAL" clId="{004CEBFE-6AB0-499E-B2DD-1818AD6EA4A0}" dt="2025-11-17T11:36:26.708" v="4100" actId="1076"/>
          <ac:spMkLst>
            <pc:docMk/>
            <pc:sldMk cId="46911416" sldId="286"/>
            <ac:spMk id="22" creationId="{FDD22693-0ABD-EE0E-7F18-E42F20A82E90}"/>
          </ac:spMkLst>
        </pc:spChg>
        <pc:spChg chg="add mod">
          <ac:chgData name="한승원" userId="498bb430-7167-428b-b373-ba47dd6c2247" providerId="ADAL" clId="{004CEBFE-6AB0-499E-B2DD-1818AD6EA4A0}" dt="2025-11-17T11:37:03.007" v="4147" actId="1076"/>
          <ac:spMkLst>
            <pc:docMk/>
            <pc:sldMk cId="46911416" sldId="286"/>
            <ac:spMk id="26" creationId="{6AEACB76-122A-7C30-A52F-B877AAFD84E2}"/>
          </ac:spMkLst>
        </pc:spChg>
        <pc:spChg chg="add mod">
          <ac:chgData name="한승원" userId="498bb430-7167-428b-b373-ba47dd6c2247" providerId="ADAL" clId="{004CEBFE-6AB0-499E-B2DD-1818AD6EA4A0}" dt="2025-11-17T11:37:41.431" v="4275" actId="14100"/>
          <ac:spMkLst>
            <pc:docMk/>
            <pc:sldMk cId="46911416" sldId="286"/>
            <ac:spMk id="27" creationId="{735013DD-7391-05EA-0BB0-1A5713467477}"/>
          </ac:spMkLst>
        </pc:spChg>
        <pc:grpChg chg="del">
          <ac:chgData name="한승원" userId="498bb430-7167-428b-b373-ba47dd6c2247" providerId="ADAL" clId="{004CEBFE-6AB0-499E-B2DD-1818AD6EA4A0}" dt="2025-11-17T11:31:45.546" v="4019" actId="478"/>
          <ac:grpSpMkLst>
            <pc:docMk/>
            <pc:sldMk cId="46911416" sldId="286"/>
            <ac:grpSpMk id="4" creationId="{3F948545-E795-5172-7B94-419AEE1ADDF5}"/>
          </ac:grpSpMkLst>
        </pc:grpChg>
        <pc:grpChg chg="mod ord">
          <ac:chgData name="한승원" userId="498bb430-7167-428b-b373-ba47dd6c2247" providerId="ADAL" clId="{004CEBFE-6AB0-499E-B2DD-1818AD6EA4A0}" dt="2025-11-17T11:32:48.860" v="4046" actId="14100"/>
          <ac:grpSpMkLst>
            <pc:docMk/>
            <pc:sldMk cId="46911416" sldId="286"/>
            <ac:grpSpMk id="8" creationId="{2B7C39ED-3E65-61D6-6FBB-D8A5ECBC5F0E}"/>
          </ac:grpSpMkLst>
        </pc:grpChg>
        <pc:picChg chg="del">
          <ac:chgData name="한승원" userId="498bb430-7167-428b-b373-ba47dd6c2247" providerId="ADAL" clId="{004CEBFE-6AB0-499E-B2DD-1818AD6EA4A0}" dt="2025-11-17T11:31:20.532" v="4016" actId="478"/>
          <ac:picMkLst>
            <pc:docMk/>
            <pc:sldMk cId="46911416" sldId="286"/>
            <ac:picMk id="3" creationId="{FB597D07-DEDB-0FE7-9627-5ABB110F263E}"/>
          </ac:picMkLst>
        </pc:picChg>
        <pc:picChg chg="add mod">
          <ac:chgData name="한승원" userId="498bb430-7167-428b-b373-ba47dd6c2247" providerId="ADAL" clId="{004CEBFE-6AB0-499E-B2DD-1818AD6EA4A0}" dt="2025-11-17T11:32:48.860" v="4046" actId="14100"/>
          <ac:picMkLst>
            <pc:docMk/>
            <pc:sldMk cId="46911416" sldId="286"/>
            <ac:picMk id="12" creationId="{09596A2B-265F-9796-BFA5-F6332338DE73}"/>
          </ac:picMkLst>
        </pc:picChg>
        <pc:picChg chg="add mod">
          <ac:chgData name="한승원" userId="498bb430-7167-428b-b373-ba47dd6c2247" providerId="ADAL" clId="{004CEBFE-6AB0-499E-B2DD-1818AD6EA4A0}" dt="2025-11-17T11:35:50.290" v="4095" actId="1076"/>
          <ac:picMkLst>
            <pc:docMk/>
            <pc:sldMk cId="46911416" sldId="286"/>
            <ac:picMk id="20" creationId="{77C95912-466C-883C-788D-AAACE5155F20}"/>
          </ac:picMkLst>
        </pc:picChg>
        <pc:cxnChg chg="add mod">
          <ac:chgData name="한승원" userId="498bb430-7167-428b-b373-ba47dd6c2247" providerId="ADAL" clId="{004CEBFE-6AB0-499E-B2DD-1818AD6EA4A0}" dt="2025-11-17T11:36:41.967" v="4103" actId="14100"/>
          <ac:cxnSpMkLst>
            <pc:docMk/>
            <pc:sldMk cId="46911416" sldId="286"/>
            <ac:cxnSpMk id="23" creationId="{E96D8656-2D9B-1701-FBDF-CD6F8127F875}"/>
          </ac:cxnSpMkLst>
        </pc:cxnChg>
        <pc:cxnChg chg="add mod">
          <ac:chgData name="한승원" userId="498bb430-7167-428b-b373-ba47dd6c2247" providerId="ADAL" clId="{004CEBFE-6AB0-499E-B2DD-1818AD6EA4A0}" dt="2025-11-17T11:37:45.241" v="4276" actId="1076"/>
          <ac:cxnSpMkLst>
            <pc:docMk/>
            <pc:sldMk cId="46911416" sldId="286"/>
            <ac:cxnSpMk id="25" creationId="{FCF0F3A7-A914-DAA9-6294-6020BF6AEA39}"/>
          </ac:cxnSpMkLst>
        </pc:cxnChg>
      </pc:sldChg>
      <pc:sldChg chg="addSp delSp modSp add mod modTransition">
        <pc:chgData name="한승원" userId="498bb430-7167-428b-b373-ba47dd6c2247" providerId="ADAL" clId="{004CEBFE-6AB0-499E-B2DD-1818AD6EA4A0}" dt="2025-11-17T11:56:27.552" v="4786"/>
        <pc:sldMkLst>
          <pc:docMk/>
          <pc:sldMk cId="1353410218" sldId="287"/>
        </pc:sldMkLst>
        <pc:spChg chg="add mod">
          <ac:chgData name="한승원" userId="498bb430-7167-428b-b373-ba47dd6c2247" providerId="ADAL" clId="{004CEBFE-6AB0-499E-B2DD-1818AD6EA4A0}" dt="2025-11-17T11:38:35.970" v="4325" actId="20577"/>
          <ac:spMkLst>
            <pc:docMk/>
            <pc:sldMk cId="1353410218" sldId="287"/>
            <ac:spMk id="4" creationId="{C59F3687-CFF1-8AC2-989E-A7CA64228FBD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15" creationId="{89F64D7F-34BA-4884-5C8B-8FE0F718C01E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18" creationId="{95642C24-D7C6-717D-529B-4B7F2D0D3B2C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21" creationId="{46D053FA-121B-A7C1-7BAC-15B96B85F0AE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22" creationId="{67CB00E9-52B5-1BB4-6AB6-2BE626A36BAC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26" creationId="{D92A67A8-5FE5-DFF5-3E09-DAD649BFFCCC}"/>
          </ac:spMkLst>
        </pc:spChg>
        <pc:spChg chg="del">
          <ac:chgData name="한승원" userId="498bb430-7167-428b-b373-ba47dd6c2247" providerId="ADAL" clId="{004CEBFE-6AB0-499E-B2DD-1818AD6EA4A0}" dt="2025-11-17T11:37:55.458" v="4280" actId="478"/>
          <ac:spMkLst>
            <pc:docMk/>
            <pc:sldMk cId="1353410218" sldId="287"/>
            <ac:spMk id="27" creationId="{D7F12A06-6F3C-9812-D300-22F757691836}"/>
          </ac:spMkLst>
        </pc:spChg>
        <pc:spChg chg="del">
          <ac:chgData name="한승원" userId="498bb430-7167-428b-b373-ba47dd6c2247" providerId="ADAL" clId="{004CEBFE-6AB0-499E-B2DD-1818AD6EA4A0}" dt="2025-11-17T11:37:52.740" v="4278" actId="478"/>
          <ac:spMkLst>
            <pc:docMk/>
            <pc:sldMk cId="1353410218" sldId="287"/>
            <ac:spMk id="66" creationId="{4B5FC952-2A79-D0B6-0EF8-3EA49A43F8F0}"/>
          </ac:spMkLst>
        </pc:spChg>
        <pc:grpChg chg="del">
          <ac:chgData name="한승원" userId="498bb430-7167-428b-b373-ba47dd6c2247" providerId="ADAL" clId="{004CEBFE-6AB0-499E-B2DD-1818AD6EA4A0}" dt="2025-11-17T11:37:55.458" v="4280" actId="478"/>
          <ac:grpSpMkLst>
            <pc:docMk/>
            <pc:sldMk cId="1353410218" sldId="287"/>
            <ac:grpSpMk id="8" creationId="{49367853-BD2A-1772-BE04-B0DEBE064F63}"/>
          </ac:grpSpMkLst>
        </pc:grpChg>
        <pc:picChg chg="add mod">
          <ac:chgData name="한승원" userId="498bb430-7167-428b-b373-ba47dd6c2247" providerId="ADAL" clId="{004CEBFE-6AB0-499E-B2DD-1818AD6EA4A0}" dt="2025-11-17T11:38:15.137" v="4285" actId="1076"/>
          <ac:picMkLst>
            <pc:docMk/>
            <pc:sldMk cId="1353410218" sldId="287"/>
            <ac:picMk id="3" creationId="{7A7B7AD1-C9B9-1FD4-7CF1-76DE3D280B50}"/>
          </ac:picMkLst>
        </pc:picChg>
        <pc:picChg chg="del">
          <ac:chgData name="한승원" userId="498bb430-7167-428b-b373-ba47dd6c2247" providerId="ADAL" clId="{004CEBFE-6AB0-499E-B2DD-1818AD6EA4A0}" dt="2025-11-17T11:37:53.042" v="4279" actId="478"/>
          <ac:picMkLst>
            <pc:docMk/>
            <pc:sldMk cId="1353410218" sldId="287"/>
            <ac:picMk id="12" creationId="{B53B22BD-3228-1393-7E7E-817B28D6552F}"/>
          </ac:picMkLst>
        </pc:picChg>
        <pc:picChg chg="del">
          <ac:chgData name="한승원" userId="498bb430-7167-428b-b373-ba47dd6c2247" providerId="ADAL" clId="{004CEBFE-6AB0-499E-B2DD-1818AD6EA4A0}" dt="2025-11-17T11:37:55.458" v="4280" actId="478"/>
          <ac:picMkLst>
            <pc:docMk/>
            <pc:sldMk cId="1353410218" sldId="287"/>
            <ac:picMk id="20" creationId="{3B0CFEF2-69C7-5649-F8BD-537F8C70BFB2}"/>
          </ac:picMkLst>
        </pc:picChg>
        <pc:cxnChg chg="del">
          <ac:chgData name="한승원" userId="498bb430-7167-428b-b373-ba47dd6c2247" providerId="ADAL" clId="{004CEBFE-6AB0-499E-B2DD-1818AD6EA4A0}" dt="2025-11-17T11:37:55.458" v="4280" actId="478"/>
          <ac:cxnSpMkLst>
            <pc:docMk/>
            <pc:sldMk cId="1353410218" sldId="287"/>
            <ac:cxnSpMk id="23" creationId="{EB71005A-08E3-0C5B-AADE-75212FE8308C}"/>
          </ac:cxnSpMkLst>
        </pc:cxnChg>
        <pc:cxnChg chg="del">
          <ac:chgData name="한승원" userId="498bb430-7167-428b-b373-ba47dd6c2247" providerId="ADAL" clId="{004CEBFE-6AB0-499E-B2DD-1818AD6EA4A0}" dt="2025-11-17T11:37:55.458" v="4280" actId="478"/>
          <ac:cxnSpMkLst>
            <pc:docMk/>
            <pc:sldMk cId="1353410218" sldId="287"/>
            <ac:cxnSpMk id="25" creationId="{A064EE60-2154-24F3-D93D-A37D021D113C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8T05:23:27.2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0,'5425'0,"-5389"0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A0C04-D4D4-4BB0-9C2D-4985AF6E813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87857-CFDB-40A8-BB66-820DF8F99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52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F94D103-3292-16A0-9A39-697233E1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ADDDC95-709E-78B6-833F-13651A54F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DAB41D9C-D21B-0FAB-7F84-8BA3FF8F9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708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D8210C0-6A54-2D2F-39BB-8868E4B4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9901C1E-7E60-4E02-6001-4DF74F1D6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855827D-F145-EC6B-B3E2-84EEC5C22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61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29DBA97-45C4-96A4-E3E0-E3363DA05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D58D18E8-1B69-1478-ED68-19FD72FA3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C030398-8F8F-C72D-6655-023496505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2284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54DADA1-5701-02A3-9362-D6EFDFB3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EC87382-340B-CB49-87AC-30202B542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14AF5D0-DD87-857B-5533-3D8C1A65F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0380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D9C8DA1-18A9-D736-0C43-D3969939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4A1E9E87-B161-0AAF-C91A-FE87B0C72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58534E9-4623-48BC-8D07-AEB5974B9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8765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68ED999-FB0D-BD2B-8863-396402E5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A3424493-0080-4D34-56CA-D170E9A66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40938631-9191-5B75-677A-689D2F9F0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9424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7FA2668-1514-543D-C230-19B809A6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5B517624-46B3-5BD7-FD17-E5FF88438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D4B6874-605C-7ABC-CAC8-500BAB4EF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61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5F4418B-4967-54D3-6DD3-E2881B8A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313B6732-4FA1-F212-9210-0DE1CB3BC0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A63602B8-136F-87C7-356B-DF007018C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8754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73EF1B2-3D02-05C2-7E50-2D80E9B9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25C8B92A-0C99-817C-F7D1-6BA8321B45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7F8950D6-91C0-DF7A-5D20-9810AA442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2800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2E30037C-09BD-3210-4BB3-14F5406C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A5EB9CB-2ED2-7BE1-295D-B12AC8449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60108E53-48C1-0E81-F478-B52DAA0E4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918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436203B-36AB-576B-509C-9CD29258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B37CEE1-51CA-4786-5E09-D077BA2D2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BEFC0EB0-08BE-2DFB-4E6B-3F96F363A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8052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45AC5CE-27A4-EF77-74C6-194ED3C81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C32BEF6-E3D9-57B2-9724-EEAE827AF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15A73585-F657-A7AF-E2C0-02FD415F4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3410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23273A16-B72B-5CFC-0EA6-5C601310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080F544C-8B0B-8266-4481-20ED48DAC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83E0EBC3-93BD-6456-839B-90FF66A71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0455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3468F43-00A6-283F-7BAF-B4FD7A22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5C4DB7D-A62B-EA54-32E6-09EB1E63F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E9B5032-497F-F5BF-77CF-223D8C8CF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578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05CB2C7-7A1B-911D-03AE-09BB3F2C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4FCD8E61-FE38-8242-960C-F83642B74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F6C5A6C-57CB-B459-4696-C21F4A4F0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5566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6BCA86B-8C52-44DE-5136-35726C05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05309508-2E2F-ED59-1F0D-4269EBD10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3382E8BC-95E7-06B3-8882-BA21EA225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98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4F944BA-35B6-D1CC-8C77-9CE3CFAB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0BB9848-4BD4-E919-47DD-37C3C0B5D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A9810F52-4860-C0B6-F874-3AAC35006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64474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2AC417F-6F4B-D248-51F2-E0574667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39281F4-040C-B586-264C-92ED208AB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9E888B1-A3CF-F162-9CEA-7ED51161B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127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8BDD4-3BDD-8ECA-706B-8A4CE67DD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6497F1-2B8C-A874-209D-2BE7F9E1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473A8-B684-051A-46C9-D83CC6A4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EE674-8597-C4AD-D7BD-498C9F6C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11A93-9E49-E2F7-79A2-10A04A19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07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E022C-69EB-5A1A-3695-CC79DB86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15D419-7686-BDB8-39D9-F638D102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39AE4-FC10-6282-4AF5-1DDC6B10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A2E3E-CCDF-4D53-6D16-86BD5850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0BAD3-D34D-A6FC-74A8-17038D8B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62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7A80-79B1-F4EA-EC14-14BA13D8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3E52BD-D337-06E4-C86D-0A868B2B8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A593C-551C-F5BF-A944-73145B6D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5AF6E-552D-3FA4-AA89-5CFBFF0E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667BC5-A835-B105-4E5A-4AB088F1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4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6D9C9-34FB-832C-01A5-16C92FB5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30B1C-C8D8-6796-B7B7-923DBD4F7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D36D85-13E1-618E-4345-0A35BA52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B4691A-4EF9-C5F6-8FF8-CB09D066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E18DB8-F06C-A92C-3615-0AA16E3D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EF4D3-9D96-D36A-EA65-DED09371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5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021-1FA1-8299-3959-5FC96F58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BC0D0-933B-8B6C-AA44-5BF05BE6B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F29EE8-3F58-4212-A911-6B7463811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E68EC7-DA75-6E9B-19A1-3A9533CD2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BFA7B1-70B8-69F6-52B9-EC2E40CA7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0B58C7-DA16-FE74-CB1C-244A6731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DB9CB5-7A8E-4CBA-E4AC-EEFDA113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8D66FF-6BD5-DD49-C820-425E52E9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66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CFD4B-16FB-EE64-4A84-A296B900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65067B-5B21-033A-AF57-BE09F341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200FF6-BE90-29B4-88FF-AC231756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E0C52F-6EAF-36C0-5F9E-10C0A11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07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52C17F-B630-42EE-4323-86FA8486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054636-088A-8D55-37E9-2035E965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673A2D-A2EF-DD61-D28B-FFAA630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74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2EC44-2D24-6B11-C088-72927D5C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CD7E7-6B9C-9EA2-AA27-BDDFAC83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45F37B-AA0B-4123-35AE-B85A08715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173E8D-5334-C70B-B785-58D7EF2A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22B2A7-586D-97ED-8E0A-20641E1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26D8AD-68C2-F5C4-C37B-22EE33C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98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B3A1-4C2F-B7E5-3402-91A3CB71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51A9C0-6CDF-3C16-E13A-A0E564D72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16AD0-4337-1E78-140E-1307136E1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59AD6E-FE72-235D-35CB-26EFB1F7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7F859-8EF1-EA82-1D28-819A7EA6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95900-84D1-32A0-64BC-B70A1E27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3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9AB22-B9F6-9682-DD3B-0F6A490D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E7C3C-9E86-13F7-297E-AA6BA5453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53FD6-B7FF-78BC-9E62-36B99F98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D1E223-87AF-2D47-5638-724D850F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91523-905F-4DA9-B25A-7EE0D237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32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175F4C-27A8-292C-157B-E11CDEC72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1B4FB9-ABEA-5413-BBA4-51CB136D5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06D5F-291A-C19D-7EB5-7DA182C4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80E12-93FE-6731-AC20-3C643B3D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41FFE-7195-15CC-7353-A240D21A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7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0FDCCD-B904-F6E2-A62F-1F4CF239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E910D6-6449-7B10-D499-B2F0E0EB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2B3DA-2D85-9AB5-A267-4C3A535FA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5B2C1-1913-425C-B454-E8D6084D12CB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DE842-898D-B195-BE8F-2D0B69241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0CA15-502D-E88D-C15B-6D79ED82B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9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altLang="ko" sz="2400"/>
              <a:t>T</a:t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1786333" y="3613400"/>
            <a:ext cx="663920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3333" b="1" dirty="0">
                <a:solidFill>
                  <a:srgbClr val="19264B"/>
                </a:solidFill>
              </a:rPr>
              <a:t>CUAI </a:t>
            </a:r>
            <a:r>
              <a:rPr lang="ko-KR" altLang="en-US" sz="3333" b="1" dirty="0">
                <a:solidFill>
                  <a:srgbClr val="19264B"/>
                </a:solidFill>
              </a:rPr>
              <a:t>추천시스템 </a:t>
            </a:r>
            <a:r>
              <a:rPr lang="ko" altLang="en-US" sz="3333" b="1" dirty="0">
                <a:solidFill>
                  <a:srgbClr val="19264B"/>
                </a:solidFill>
              </a:rPr>
              <a:t>스터디</a:t>
            </a:r>
            <a:endParaRPr sz="3333" b="1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ko" sz="2400" dirty="0">
                <a:solidFill>
                  <a:srgbClr val="19264B"/>
                </a:solidFill>
              </a:rPr>
              <a:t>2025.11.03</a:t>
            </a: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r>
              <a:rPr lang="ko" altLang="en-US" sz="1467" dirty="0">
                <a:solidFill>
                  <a:srgbClr val="19264B"/>
                </a:solidFill>
              </a:rPr>
              <a:t>발표자 </a:t>
            </a:r>
            <a:r>
              <a:rPr lang="en-US" altLang="ko" sz="1467" dirty="0">
                <a:solidFill>
                  <a:srgbClr val="19264B"/>
                </a:solidFill>
              </a:rPr>
              <a:t>: </a:t>
            </a:r>
            <a:r>
              <a:rPr lang="ko-KR" altLang="en-US" sz="1467" dirty="0">
                <a:solidFill>
                  <a:srgbClr val="19264B"/>
                </a:solidFill>
              </a:rPr>
              <a:t>한승원</a:t>
            </a:r>
            <a:endParaRPr sz="1467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63" name="Google Shape;63;p14"/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2132333" y="1682800"/>
            <a:ext cx="5716800" cy="45528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600" dirty="0"/>
              <a:t>-</a:t>
            </a:r>
            <a:endParaRPr sz="16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878633" y="409167"/>
            <a:ext cx="66392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altLang="en-US" sz="2667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667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183467" y="2426834"/>
            <a:ext cx="3042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ko" altLang="en-US" sz="2400" dirty="0"/>
              <a:t>스터디원 </a:t>
            </a:r>
            <a:r>
              <a:rPr lang="en-US" altLang="ko" sz="2400" dirty="0"/>
              <a:t>1 : </a:t>
            </a:r>
            <a:r>
              <a:rPr lang="ko" altLang="en-US" sz="2400" dirty="0"/>
              <a:t>한승원</a:t>
            </a:r>
            <a:r>
              <a:rPr lang="ko-KR" altLang="en-US" sz="2400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에너지시스템공학부 발전기계 전공</a:t>
            </a:r>
            <a:r>
              <a:rPr lang="en-US" altLang="ko-KR" dirty="0"/>
              <a:t>)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8581CC0-B2A0-BF4D-AEEA-DC1E787B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9A2DF0C-74FD-E82F-3A23-B760C823EE70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6A51D41-028B-F660-523B-3BC34CC8C6A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01BD9A5D-B14B-0F36-E8E9-6186351EEF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B3B035A-3E6B-C59D-5FD7-590926A0C873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추천 시스템이란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1A1D4-7BBC-CCDE-5A94-26F434DCD0CF}"/>
              </a:ext>
            </a:extLst>
          </p:cNvPr>
          <p:cNvSpPr txBox="1"/>
          <p:nvPr/>
        </p:nvSpPr>
        <p:spPr>
          <a:xfrm>
            <a:off x="1878633" y="1318910"/>
            <a:ext cx="8829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: </a:t>
            </a:r>
            <a:r>
              <a:rPr lang="ko-KR" altLang="en-US" sz="2400" b="1" dirty="0">
                <a:highlight>
                  <a:srgbClr val="FFFF00"/>
                </a:highlight>
              </a:rPr>
              <a:t>사용자</a:t>
            </a:r>
            <a:r>
              <a:rPr lang="ko-KR" altLang="en-US" sz="2400" dirty="0"/>
              <a:t>의 정보 데이터를 분석하여 개인의 취향에 맞는 </a:t>
            </a:r>
            <a:r>
              <a:rPr lang="ko-KR" altLang="en-US" sz="2400" b="1" dirty="0">
                <a:highlight>
                  <a:srgbClr val="FFFF00"/>
                </a:highlight>
              </a:rPr>
              <a:t>아이템</a:t>
            </a:r>
            <a:r>
              <a:rPr lang="ko-KR" altLang="en-US" sz="2400" dirty="0"/>
              <a:t>을 선정</a:t>
            </a:r>
            <a:r>
              <a:rPr lang="en-US" altLang="ko-KR" sz="2400" dirty="0"/>
              <a:t>, </a:t>
            </a:r>
            <a:r>
              <a:rPr lang="ko-KR" altLang="en-US" sz="2400" dirty="0"/>
              <a:t>추천하는 알고리즘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EA5894-1FAF-3C4C-8178-EBE82D78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691" y="2533663"/>
            <a:ext cx="2997239" cy="30054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50001-72F6-6FD4-AFD0-D7659ADB712B}"/>
              </a:ext>
            </a:extLst>
          </p:cNvPr>
          <p:cNvSpPr txBox="1"/>
          <p:nvPr/>
        </p:nvSpPr>
        <p:spPr>
          <a:xfrm>
            <a:off x="5113173" y="5707224"/>
            <a:ext cx="3404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Unknown Rating Prediction,</a:t>
            </a:r>
          </a:p>
          <a:p>
            <a:pPr algn="ctr"/>
            <a:r>
              <a:rPr lang="en-US" altLang="ko-KR" b="1" dirty="0"/>
              <a:t>Ranking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70EC23-9B9D-2AA1-727E-E86A31D2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316" y="2533663"/>
            <a:ext cx="3104945" cy="300542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1710A16-18F0-89A2-A13D-7B630AE6D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9509" y="2533663"/>
            <a:ext cx="3122899" cy="21084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573EA3E-1218-A3CE-0D32-2211ACA85518}"/>
                  </a:ext>
                </a:extLst>
              </p14:cNvPr>
              <p14:cNvContentPartPr/>
              <p14:nvPr/>
            </p14:nvContentPartPr>
            <p14:xfrm>
              <a:off x="8989559" y="2792382"/>
              <a:ext cx="1966277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573EA3E-1218-A3CE-0D32-2211ACA855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35560" y="2684382"/>
                <a:ext cx="2073915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6">
            <a:extLst>
              <a:ext uri="{FF2B5EF4-FFF2-40B4-BE49-F238E27FC236}">
                <a16:creationId xmlns:a16="http://schemas.microsoft.com/office/drawing/2014/main" id="{0E2580F7-94CF-9490-A18A-9637BDB31AD4}"/>
              </a:ext>
            </a:extLst>
          </p:cNvPr>
          <p:cNvSpPr txBox="1"/>
          <p:nvPr/>
        </p:nvSpPr>
        <p:spPr>
          <a:xfrm>
            <a:off x="8625368" y="4746939"/>
            <a:ext cx="3760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/>
              <a:t>[Various methods of Recommendation]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850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DB7444-522D-D580-7133-1446A015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E587D85-5D81-5B05-A559-25FF77D4A7BC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6830F85B-E8C0-ECEE-4703-A82FF6C6E2E8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8DF89FBF-222A-B4F8-B90F-70CAEB68AD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AD448B0-B81C-E070-3384-49C33588F4F1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Matrix Factorization (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행렬 분해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CA063-A89E-1151-B0AC-C4963FCA9476}"/>
              </a:ext>
            </a:extLst>
          </p:cNvPr>
          <p:cNvSpPr txBox="1"/>
          <p:nvPr/>
        </p:nvSpPr>
        <p:spPr>
          <a:xfrm>
            <a:off x="2008500" y="1094240"/>
            <a:ext cx="8056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:R(User-Item matrix)</a:t>
            </a:r>
            <a:r>
              <a:rPr lang="ko-KR" altLang="en-US" sz="2000" b="1" dirty="0"/>
              <a:t>를 분해해 </a:t>
            </a:r>
            <a:r>
              <a:rPr lang="en-US" altLang="ko-KR" sz="2000" b="1" dirty="0"/>
              <a:t>latent factor(</a:t>
            </a:r>
            <a:r>
              <a:rPr lang="ko-KR" altLang="en-US" sz="2000" b="1" dirty="0"/>
              <a:t>잠재요인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학습하여 </a:t>
            </a:r>
            <a:br>
              <a:rPr lang="en-US" altLang="ko-KR" sz="2000" b="1" dirty="0"/>
            </a:br>
            <a:r>
              <a:rPr lang="ko-KR" altLang="en-US" sz="2000" b="1" dirty="0"/>
              <a:t>추천에 이용하는 알고리즘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34701E-090D-469A-048E-5B2880D93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162"/>
          <a:stretch>
            <a:fillRect/>
          </a:stretch>
        </p:blipFill>
        <p:spPr>
          <a:xfrm>
            <a:off x="2137847" y="2578172"/>
            <a:ext cx="4368800" cy="23047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1D15D60F-8E5D-1D06-D2FD-AC62E9B9FF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5D1D2B-458F-D87B-D4F4-2E4DAD607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708" y="2447905"/>
            <a:ext cx="3920127" cy="24350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111E0B-BF8E-6052-9974-76371BE67D24}"/>
              </a:ext>
            </a:extLst>
          </p:cNvPr>
          <p:cNvSpPr txBox="1"/>
          <p:nvPr/>
        </p:nvSpPr>
        <p:spPr>
          <a:xfrm>
            <a:off x="2930680" y="5080000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[SVD</a:t>
            </a:r>
            <a:r>
              <a:rPr lang="ko-KR" altLang="en-US" b="1" dirty="0"/>
              <a:t>를 이용한 </a:t>
            </a:r>
            <a:r>
              <a:rPr lang="en-US" altLang="ko-KR" b="1" dirty="0"/>
              <a:t>MF </a:t>
            </a:r>
            <a:r>
              <a:rPr lang="ko-KR" altLang="en-US" b="1" dirty="0"/>
              <a:t>분해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97E8AE-A4EB-C8A8-55ED-43765DD04AC5}"/>
                  </a:ext>
                </a:extLst>
              </p:cNvPr>
              <p:cNvSpPr txBox="1"/>
              <p:nvPr/>
            </p:nvSpPr>
            <p:spPr>
              <a:xfrm>
                <a:off x="8513872" y="5076184"/>
                <a:ext cx="1494896" cy="7462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97E8AE-A4EB-C8A8-55ED-43765DD0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872" y="5076184"/>
                <a:ext cx="1494896" cy="746295"/>
              </a:xfrm>
              <a:prstGeom prst="rect">
                <a:avLst/>
              </a:prstGeom>
              <a:blipFill>
                <a:blip r:embed="rId6"/>
                <a:stretch>
                  <a:fillRect t="-820" b="-57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13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CCAF567-BA89-2B7B-4934-0A7BA862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20EAFA-3404-CC31-78B3-8A05CDE43110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E309DE2A-A661-5F13-F087-93EA73E4A670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58572AC-B848-D9A1-5B7B-163EA17832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F274FAEC-56FC-8C56-4AB9-C470989555FF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Matrix Factorization Training process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732F1-E8DE-D187-00E9-E603A940EDA8}"/>
              </a:ext>
            </a:extLst>
          </p:cNvPr>
          <p:cNvSpPr txBox="1"/>
          <p:nvPr/>
        </p:nvSpPr>
        <p:spPr>
          <a:xfrm>
            <a:off x="2128218" y="1831913"/>
            <a:ext cx="3654014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0. Data Import</a:t>
            </a:r>
          </a:p>
          <a:p>
            <a:pPr marL="457200" indent="-457200">
              <a:buAutoNum type="arabicPeriod"/>
            </a:pPr>
            <a:r>
              <a:rPr lang="ko-KR" altLang="en-US" sz="2000" b="1" dirty="0"/>
              <a:t>초기 </a:t>
            </a:r>
            <a:r>
              <a:rPr lang="en-US" altLang="ko-KR" sz="2000" b="1" dirty="0"/>
              <a:t>P,Q </a:t>
            </a:r>
            <a:r>
              <a:rPr lang="ko-KR" altLang="en-US" sz="2000" b="1" dirty="0"/>
              <a:t>설정</a:t>
            </a:r>
            <a:endParaRPr lang="en-US" altLang="ko-KR" sz="2000" b="1" dirty="0"/>
          </a:p>
          <a:p>
            <a:pPr marL="457200" indent="-457200">
              <a:buAutoNum type="arabicPeriod"/>
            </a:pPr>
            <a:r>
              <a:rPr lang="ko-KR" altLang="en-US" sz="2000" b="1" dirty="0"/>
              <a:t>데이터 학습 및 값 </a:t>
            </a:r>
            <a:r>
              <a:rPr lang="en-US" altLang="ko-KR" sz="2000" b="1" dirty="0"/>
              <a:t>update</a:t>
            </a:r>
          </a:p>
          <a:p>
            <a:pPr marL="457200" indent="-457200">
              <a:buAutoNum type="arabicPeriod"/>
            </a:pPr>
            <a:r>
              <a:rPr lang="en-US" altLang="ko-KR" sz="2000" b="1" dirty="0"/>
              <a:t>Prediction &amp; Evaluation</a:t>
            </a:r>
          </a:p>
        </p:txBody>
      </p:sp>
      <p:sp>
        <p:nvSpPr>
          <p:cNvPr id="3" name="AutoShape 4" descr="Untitled">
            <a:extLst>
              <a:ext uri="{FF2B5EF4-FFF2-40B4-BE49-F238E27FC236}">
                <a16:creationId xmlns:a16="http://schemas.microsoft.com/office/drawing/2014/main" id="{7F556A1A-934C-FF9F-A771-F2BDE0402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483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2" descr="Untitled">
            <a:extLst>
              <a:ext uri="{FF2B5EF4-FFF2-40B4-BE49-F238E27FC236}">
                <a16:creationId xmlns:a16="http://schemas.microsoft.com/office/drawing/2014/main" id="{B0234D34-B2D2-6338-7736-767F4F37F0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40007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73252-E509-01FE-54DF-CE1D2A4B0D3A}"/>
              </a:ext>
            </a:extLst>
          </p:cNvPr>
          <p:cNvSpPr txBox="1"/>
          <p:nvPr/>
        </p:nvSpPr>
        <p:spPr>
          <a:xfrm>
            <a:off x="2128218" y="3244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</a:t>
            </a:r>
            <a:r>
              <a:rPr lang="ko-KR" altLang="en-US" b="1" dirty="0"/>
              <a:t>목적함수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5E3B7-E437-7816-8F49-88F3BB9CDF29}"/>
              </a:ext>
            </a:extLst>
          </p:cNvPr>
          <p:cNvSpPr txBox="1"/>
          <p:nvPr/>
        </p:nvSpPr>
        <p:spPr>
          <a:xfrm>
            <a:off x="7965200" y="3865722"/>
            <a:ext cx="3431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altLang="ko-KR" b="1" dirty="0"/>
              <a:t>μ</a:t>
            </a:r>
            <a:r>
              <a:rPr lang="en-US" altLang="ko-KR" b="1" dirty="0"/>
              <a:t>: Global mean (rating)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 err="1"/>
              <a:t>b_u</a:t>
            </a:r>
            <a:r>
              <a:rPr lang="en-US" altLang="ko-KR" b="1" dirty="0"/>
              <a:t>: User / </a:t>
            </a:r>
            <a:r>
              <a:rPr lang="en-US" altLang="ko-KR" b="1" dirty="0" err="1"/>
              <a:t>b_i</a:t>
            </a:r>
            <a:r>
              <a:rPr lang="en-US" altLang="ko-KR" b="1" dirty="0"/>
              <a:t> : Item bias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7607059-2FC6-B5E9-C2E7-F092AA2BB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218" y="3798307"/>
            <a:ext cx="5525271" cy="7811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1F622E-8491-3D3E-244F-3D80C181A078}"/>
              </a:ext>
            </a:extLst>
          </p:cNvPr>
          <p:cNvSpPr txBox="1"/>
          <p:nvPr/>
        </p:nvSpPr>
        <p:spPr>
          <a:xfrm>
            <a:off x="2128218" y="4764107"/>
            <a:ext cx="19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[Update</a:t>
            </a:r>
            <a:r>
              <a:rPr lang="ko-KR" altLang="en-US" b="1" dirty="0"/>
              <a:t> </a:t>
            </a:r>
            <a:r>
              <a:rPr lang="en-US" altLang="ko-KR" b="1" dirty="0"/>
              <a:t>Rule]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BF14754-7808-3247-B764-35F8ECECA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134" y="5299468"/>
            <a:ext cx="3070247" cy="14549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643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7B22544C-EC56-F141-CFD0-23AFCBA8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67131A3-7F36-7C8B-8CA6-DAF160D8402A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C1E0D3E-545F-F7AF-C272-1BAB8E2ED405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132693C-9C8F-BCED-A66A-D80AF8E257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A4A404D-D5DE-14C5-1D22-F8900BD10733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Matrix Factorization Implementation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04551-071F-EF5A-07B2-44A120421AF7}"/>
              </a:ext>
            </a:extLst>
          </p:cNvPr>
          <p:cNvSpPr txBox="1"/>
          <p:nvPr/>
        </p:nvSpPr>
        <p:spPr>
          <a:xfrm>
            <a:off x="2128218" y="1831913"/>
            <a:ext cx="1162498" cy="4001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Main.py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F2A5C-6134-4CB2-1726-905CAD15A0E0}"/>
              </a:ext>
            </a:extLst>
          </p:cNvPr>
          <p:cNvSpPr txBox="1"/>
          <p:nvPr/>
        </p:nvSpPr>
        <p:spPr>
          <a:xfrm>
            <a:off x="2128218" y="3026412"/>
            <a:ext cx="2256387" cy="4001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Preprocessing.py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B980F-71C0-1086-B02F-288FAD4880B9}"/>
              </a:ext>
            </a:extLst>
          </p:cNvPr>
          <p:cNvSpPr txBox="1"/>
          <p:nvPr/>
        </p:nvSpPr>
        <p:spPr>
          <a:xfrm>
            <a:off x="2128218" y="4037963"/>
            <a:ext cx="1394934" cy="4001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Matfac.py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79686-2369-3540-2620-392F9BC17202}"/>
              </a:ext>
            </a:extLst>
          </p:cNvPr>
          <p:cNvSpPr txBox="1"/>
          <p:nvPr/>
        </p:nvSpPr>
        <p:spPr>
          <a:xfrm>
            <a:off x="3523152" y="1831913"/>
            <a:ext cx="311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b="1" dirty="0"/>
              <a:t>실제 실행</a:t>
            </a:r>
            <a:r>
              <a:rPr lang="en-US" altLang="ko-KR" b="1" dirty="0"/>
              <a:t>(</a:t>
            </a:r>
            <a:r>
              <a:rPr lang="ko-KR" altLang="en-US" b="1" dirty="0"/>
              <a:t>작동</a:t>
            </a:r>
            <a:r>
              <a:rPr lang="en-US" altLang="ko-KR" b="1" dirty="0"/>
              <a:t>)</a:t>
            </a:r>
            <a:r>
              <a:rPr lang="ko-KR" altLang="en-US" b="1" dirty="0"/>
              <a:t>되는 코드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CE083-882B-C006-C997-9F5826F9F804}"/>
              </a:ext>
            </a:extLst>
          </p:cNvPr>
          <p:cNvSpPr txBox="1"/>
          <p:nvPr/>
        </p:nvSpPr>
        <p:spPr>
          <a:xfrm>
            <a:off x="4677175" y="3026412"/>
            <a:ext cx="436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Data Import &amp; Evaluation methods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062A22-31BF-F411-F805-5F03438CF9A1}"/>
              </a:ext>
            </a:extLst>
          </p:cNvPr>
          <p:cNvSpPr txBox="1"/>
          <p:nvPr/>
        </p:nvSpPr>
        <p:spPr>
          <a:xfrm>
            <a:off x="3836666" y="4053352"/>
            <a:ext cx="639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MF </a:t>
            </a:r>
            <a:r>
              <a:rPr lang="ko-KR" altLang="en-US" b="1" dirty="0"/>
              <a:t>모델 구현</a:t>
            </a:r>
            <a:r>
              <a:rPr lang="en-US" altLang="ko-KR" b="1" dirty="0"/>
              <a:t>, fit(), predict()</a:t>
            </a:r>
            <a:r>
              <a:rPr lang="ko-KR" altLang="en-US" b="1" dirty="0"/>
              <a:t>를 통한 학습</a:t>
            </a:r>
            <a:r>
              <a:rPr lang="en-US" altLang="ko-KR" b="1" dirty="0"/>
              <a:t>, </a:t>
            </a:r>
            <a:r>
              <a:rPr lang="ko-KR" altLang="en-US" b="1" dirty="0"/>
              <a:t>예측 </a:t>
            </a:r>
            <a:r>
              <a:rPr lang="en-US" altLang="ko-KR" b="1" dirty="0"/>
              <a:t>method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2654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BF92825-AE43-B521-96F5-A704D6A0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5664A6F-9E0A-F0EC-1605-9554ADF6833F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7B875F1F-C42D-600B-89A3-7894EB07C5E6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86980AB3-2A4C-3A10-7F5D-2B1F49D613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002C2EB-DD90-76B9-01A5-021D804B7C06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Preprocessing.py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5398EC-54A5-00C1-47AC-CC1E52340D62}"/>
              </a:ext>
            </a:extLst>
          </p:cNvPr>
          <p:cNvSpPr txBox="1"/>
          <p:nvPr/>
        </p:nvSpPr>
        <p:spPr>
          <a:xfrm>
            <a:off x="1998907" y="1207345"/>
            <a:ext cx="2026709" cy="4001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def </a:t>
            </a:r>
            <a:r>
              <a:rPr lang="en-US" altLang="ko-KR" sz="2000" b="1" dirty="0" err="1"/>
              <a:t>load_data</a:t>
            </a:r>
            <a:r>
              <a:rPr lang="en-US" altLang="ko-KR" sz="2000" b="1" dirty="0"/>
              <a:t>()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A7640-DE39-7FB2-C548-36F90434D7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77" t="44574"/>
          <a:stretch>
            <a:fillRect/>
          </a:stretch>
        </p:blipFill>
        <p:spPr>
          <a:xfrm>
            <a:off x="1878632" y="1774817"/>
            <a:ext cx="7394474" cy="2666410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CA7756C-5364-4476-265D-BEEC021A5A44}"/>
              </a:ext>
            </a:extLst>
          </p:cNvPr>
          <p:cNvCxnSpPr>
            <a:cxnSpLocks/>
          </p:cNvCxnSpPr>
          <p:nvPr/>
        </p:nvCxnSpPr>
        <p:spPr>
          <a:xfrm flipV="1">
            <a:off x="2624951" y="3082799"/>
            <a:ext cx="0" cy="1800134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65F602-104B-A4C8-FB93-A43D62259297}"/>
              </a:ext>
            </a:extLst>
          </p:cNvPr>
          <p:cNvSpPr txBox="1"/>
          <p:nvPr/>
        </p:nvSpPr>
        <p:spPr>
          <a:xfrm>
            <a:off x="4562514" y="1245817"/>
            <a:ext cx="2026709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구분자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(separation)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B37BAEF-E6BF-A909-AC64-F218D7D4A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475" y="1676155"/>
            <a:ext cx="2162477" cy="350568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892D368-BD91-177A-B92D-E675371062F7}"/>
              </a:ext>
            </a:extLst>
          </p:cNvPr>
          <p:cNvSpPr txBox="1"/>
          <p:nvPr/>
        </p:nvSpPr>
        <p:spPr>
          <a:xfrm>
            <a:off x="9722342" y="5346763"/>
            <a:ext cx="2026709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/>
              <a:t>u.data</a:t>
            </a:r>
            <a:endParaRPr lang="en-US" altLang="ko-KR" sz="15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15241D-3517-747E-5ACE-BE5D3CB9D074}"/>
              </a:ext>
            </a:extLst>
          </p:cNvPr>
          <p:cNvSpPr txBox="1"/>
          <p:nvPr/>
        </p:nvSpPr>
        <p:spPr>
          <a:xfrm>
            <a:off x="1611596" y="4927915"/>
            <a:ext cx="381014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train/test split (</a:t>
            </a:r>
            <a:r>
              <a:rPr lang="ko-KR" altLang="en-US" sz="1500" b="1" dirty="0"/>
              <a:t>둘 다 </a:t>
            </a:r>
            <a:r>
              <a:rPr lang="en-US" altLang="ko-KR" sz="1500" b="1" dirty="0"/>
              <a:t>user</a:t>
            </a:r>
            <a:r>
              <a:rPr lang="ko-KR" altLang="en-US" sz="1500" b="1" dirty="0"/>
              <a:t>를 포함하도록</a:t>
            </a:r>
            <a:r>
              <a:rPr lang="en-US" altLang="ko-KR" sz="1500" b="1" dirty="0"/>
              <a:t>)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CEFB498-DE99-54C9-B911-230A1087E6DA}"/>
              </a:ext>
            </a:extLst>
          </p:cNvPr>
          <p:cNvCxnSpPr>
            <a:cxnSpLocks/>
          </p:cNvCxnSpPr>
          <p:nvPr/>
        </p:nvCxnSpPr>
        <p:spPr>
          <a:xfrm flipV="1">
            <a:off x="5248078" y="1468582"/>
            <a:ext cx="0" cy="816786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875B8E7-39B0-B268-9746-9F93814E0E73}"/>
              </a:ext>
            </a:extLst>
          </p:cNvPr>
          <p:cNvCxnSpPr>
            <a:cxnSpLocks/>
          </p:cNvCxnSpPr>
          <p:nvPr/>
        </p:nvCxnSpPr>
        <p:spPr>
          <a:xfrm flipV="1">
            <a:off x="3844151" y="3923991"/>
            <a:ext cx="0" cy="2079645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6A1C466-5C8A-94F4-FF62-6491CCD15102}"/>
              </a:ext>
            </a:extLst>
          </p:cNvPr>
          <p:cNvSpPr txBox="1"/>
          <p:nvPr/>
        </p:nvSpPr>
        <p:spPr>
          <a:xfrm>
            <a:off x="1878632" y="6003636"/>
            <a:ext cx="3995695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Pivot table</a:t>
            </a:r>
            <a:r>
              <a:rPr lang="ko-KR" altLang="en-US" sz="1500" b="1" dirty="0"/>
              <a:t>을 통한 </a:t>
            </a:r>
            <a:r>
              <a:rPr lang="en-US" altLang="ko-KR" sz="1500" b="1" dirty="0"/>
              <a:t>user-item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matrix </a:t>
            </a:r>
            <a:r>
              <a:rPr lang="ko-KR" altLang="en-US" sz="1500" b="1" dirty="0"/>
              <a:t>생성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415752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B7EBC45-0D48-7BD7-D202-2312791E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85CF34C-994A-5C89-50DF-27209D0E610D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18CCB044-CFEE-FB4E-9CB3-596585DD9BDA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F518D41-120F-B169-003B-3AEFCF16E6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383E6287-6EDA-BF33-883A-E8027A919144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Preprocessing.py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A74A63-12E2-EF26-3E6F-4D3267C2F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452" y="2615076"/>
            <a:ext cx="9869277" cy="3715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543D39-7FC5-0081-6C35-BC938DE7D5C3}"/>
              </a:ext>
            </a:extLst>
          </p:cNvPr>
          <p:cNvSpPr txBox="1"/>
          <p:nvPr/>
        </p:nvSpPr>
        <p:spPr>
          <a:xfrm>
            <a:off x="1946452" y="1283780"/>
            <a:ext cx="5634181" cy="8249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R_train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pivot_table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train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rating'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user'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'item'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D4539-7DF9-9671-EE89-F0055ED740CE}"/>
              </a:ext>
            </a:extLst>
          </p:cNvPr>
          <p:cNvSpPr txBox="1"/>
          <p:nvPr/>
        </p:nvSpPr>
        <p:spPr>
          <a:xfrm>
            <a:off x="8557341" y="1534681"/>
            <a:ext cx="236927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return </a:t>
            </a:r>
            <a:r>
              <a:rPr lang="en-US" altLang="ko-KR" sz="1500" b="1" dirty="0" err="1"/>
              <a:t>R_train,train,test</a:t>
            </a:r>
            <a:endParaRPr lang="en-US" altLang="ko-KR" sz="1500" b="1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7BC8E4B-5A03-DB59-4B3B-1434CB67EB75}"/>
              </a:ext>
            </a:extLst>
          </p:cNvPr>
          <p:cNvSpPr/>
          <p:nvPr/>
        </p:nvSpPr>
        <p:spPr>
          <a:xfrm>
            <a:off x="7813964" y="1410779"/>
            <a:ext cx="618836" cy="497319"/>
          </a:xfrm>
          <a:prstGeom prst="right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D8EB2F0-52DA-DF7F-EC27-A8F584193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96B9089-E53C-5565-1121-D879B195604B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158D5CA-EF8B-98E7-C971-15C1FA278581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1445859C-A085-C184-915E-FF97014F7D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6F1818D-927B-A5CD-D528-D860DEC729ED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Preprocessing.py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2AA4BD-68DA-F954-D793-05A097EDA3AA}"/>
              </a:ext>
            </a:extLst>
          </p:cNvPr>
          <p:cNvSpPr txBox="1"/>
          <p:nvPr/>
        </p:nvSpPr>
        <p:spPr>
          <a:xfrm>
            <a:off x="4400977" y="1407400"/>
            <a:ext cx="4401277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3</a:t>
            </a:r>
            <a:r>
              <a:rPr lang="ko-KR" altLang="en-US" sz="1500" b="1" dirty="0"/>
              <a:t>개의 </a:t>
            </a:r>
            <a:r>
              <a:rPr lang="en-US" altLang="ko-KR" sz="1500" b="1" dirty="0"/>
              <a:t>Ranking metric, 1</a:t>
            </a:r>
            <a:r>
              <a:rPr lang="ko-KR" altLang="en-US" sz="1500" b="1" dirty="0"/>
              <a:t>개의 </a:t>
            </a:r>
            <a:r>
              <a:rPr lang="en-US" altLang="ko-KR" sz="1500" b="1" dirty="0"/>
              <a:t>prediction metric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E8FBAA-50A6-B22C-A0D9-96F6006FD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18480"/>
              </p:ext>
            </p:extLst>
          </p:nvPr>
        </p:nvGraphicFramePr>
        <p:xfrm>
          <a:off x="2216726" y="2214663"/>
          <a:ext cx="81280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815717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5251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Precision@k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RMSE (Root Mean Squared Error)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20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모델이 추천한 </a:t>
                      </a:r>
                      <a:r>
                        <a:rPr lang="en-US" altLang="ko-KR" dirty="0"/>
                        <a:t>k</a:t>
                      </a:r>
                      <a:r>
                        <a:rPr lang="ko-KR" altLang="en-US" dirty="0"/>
                        <a:t>개의 </a:t>
                      </a:r>
                      <a:r>
                        <a:rPr lang="en-US" altLang="ko-KR" dirty="0"/>
                        <a:t>item </a:t>
                      </a:r>
                      <a:r>
                        <a:rPr lang="ko-KR" altLang="en-US" dirty="0"/>
                        <a:t>중에서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사용자가 실제로 흥미 있는</a:t>
                      </a:r>
                      <a:r>
                        <a:rPr lang="en-US" altLang="ko-KR" dirty="0"/>
                        <a:t>(Relevant </a:t>
                      </a:r>
                      <a:r>
                        <a:rPr lang="ko-KR" altLang="en-US" dirty="0"/>
                        <a:t>한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아이템의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MSE </a:t>
                      </a:r>
                      <a:r>
                        <a:rPr lang="ko-KR" altLang="en-US" dirty="0"/>
                        <a:t>값의 제곱근 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오차들의 평균값의 제곱근</a:t>
                      </a:r>
                      <a:r>
                        <a:rPr lang="en-US" altLang="ko-KR" dirty="0"/>
                        <a:t>)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e = [rating – predicted rating]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66208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51982F85-35C9-04CA-77B9-A92DBC3AB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726" y="3811118"/>
            <a:ext cx="4064001" cy="752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555438-2E49-46E3-440B-EE2AC69E1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032" y="3755021"/>
            <a:ext cx="2124371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7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C227F7A-C200-17F5-8BBE-29BD045A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4785FAF-E308-7EFF-97EF-657450B2766D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6CFE6304-BF39-35EC-FD19-E3272E18B5C7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5D85A3DA-B039-58FA-74FB-CB881D0A36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708CCAA0-946B-F8E3-CDC1-971241EAD096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Matfac.py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E0329-6B58-18DA-D974-C830A8733735}"/>
              </a:ext>
            </a:extLst>
          </p:cNvPr>
          <p:cNvSpPr txBox="1"/>
          <p:nvPr/>
        </p:nvSpPr>
        <p:spPr>
          <a:xfrm>
            <a:off x="2078182" y="1125738"/>
            <a:ext cx="6096000" cy="6454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MatrixFactorization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lr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reg_param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D2455E3-F6EB-AA68-F249-BC015FC1F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2955"/>
              </p:ext>
            </p:extLst>
          </p:nvPr>
        </p:nvGraphicFramePr>
        <p:xfrm>
          <a:off x="2032000" y="1867439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349651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00750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Parameters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48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Latent factor </a:t>
                      </a:r>
                      <a:r>
                        <a:rPr lang="ko-KR" altLang="en-US" dirty="0"/>
                        <a:t>개수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4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lr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Learning Rate (\alpha)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9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reg_param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Regulation parameter (\lambda)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82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epochs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User </a:t>
                      </a:r>
                      <a:r>
                        <a:rPr lang="ko-KR" altLang="en-US" dirty="0"/>
                        <a:t>당 반복 학습횟수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266292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58036A33-3884-4827-9DCF-BB5295008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82" y="3955325"/>
            <a:ext cx="8151009" cy="11523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A1BB61E-9A90-E15E-744F-EBB8809F0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952" y="5225577"/>
            <a:ext cx="3070247" cy="14549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C8F743-B1B9-1FF4-5148-242445CCC469}"/>
              </a:ext>
            </a:extLst>
          </p:cNvPr>
          <p:cNvSpPr/>
          <p:nvPr/>
        </p:nvSpPr>
        <p:spPr>
          <a:xfrm>
            <a:off x="3676132" y="5602083"/>
            <a:ext cx="424813" cy="350982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DA4ED8-642F-2DD7-9B41-E2B9E52A4455}"/>
              </a:ext>
            </a:extLst>
          </p:cNvPr>
          <p:cNvSpPr/>
          <p:nvPr/>
        </p:nvSpPr>
        <p:spPr>
          <a:xfrm>
            <a:off x="3251319" y="5895442"/>
            <a:ext cx="424813" cy="350982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792200-C7DD-AE6E-993C-A7EBFDEC6D82}"/>
              </a:ext>
            </a:extLst>
          </p:cNvPr>
          <p:cNvSpPr/>
          <p:nvPr/>
        </p:nvSpPr>
        <p:spPr>
          <a:xfrm>
            <a:off x="3251318" y="6191443"/>
            <a:ext cx="424813" cy="350982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07D0C8-B68A-E5B2-EF05-F68E2867143B}"/>
              </a:ext>
            </a:extLst>
          </p:cNvPr>
          <p:cNvSpPr/>
          <p:nvPr/>
        </p:nvSpPr>
        <p:spPr>
          <a:xfrm>
            <a:off x="3535668" y="5267807"/>
            <a:ext cx="424813" cy="350982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62C6A9-BBC4-02AD-697F-3DDA7F59BE05}"/>
              </a:ext>
            </a:extLst>
          </p:cNvPr>
          <p:cNvSpPr/>
          <p:nvPr/>
        </p:nvSpPr>
        <p:spPr>
          <a:xfrm>
            <a:off x="6472832" y="4108781"/>
            <a:ext cx="424813" cy="35098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9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BAB145F-0AA3-43FE-86FD-E952640D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46AB7F9-3AFD-334B-88C4-03E5FA5C08AE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E5025E6-A37D-BD2E-9E35-68D83020C8A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8DAC541-5247-ADC1-2AF1-3AE0975EE7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720782B0-1463-DB84-1117-A179D565694A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Matfac.py – fit()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0BAD6-27DF-40A9-FAED-7107E27EA9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196"/>
          <a:stretch>
            <a:fillRect/>
          </a:stretch>
        </p:blipFill>
        <p:spPr>
          <a:xfrm>
            <a:off x="1950806" y="1181824"/>
            <a:ext cx="6251085" cy="4220164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184CEA-6241-CFB8-2446-0E9310A86BFC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795492" y="2648275"/>
            <a:ext cx="1782749" cy="125735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446CD93-E48B-0391-FECE-6A1689A7F5A2}"/>
              </a:ext>
            </a:extLst>
          </p:cNvPr>
          <p:cNvGrpSpPr/>
          <p:nvPr/>
        </p:nvGrpSpPr>
        <p:grpSpPr>
          <a:xfrm>
            <a:off x="7435273" y="1537802"/>
            <a:ext cx="1391699" cy="752132"/>
            <a:chOff x="8447285" y="930339"/>
            <a:chExt cx="816786" cy="816786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003D0EF-B5EE-80E5-C39B-6E85E8F065D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9D6F80E-A456-CA73-40CD-D2316E3A2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C7098A7-2605-ED78-B4D6-A96FF0CAC93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0C4F57-D239-76D4-5E79-208666181F2D}"/>
              </a:ext>
            </a:extLst>
          </p:cNvPr>
          <p:cNvGrpSpPr/>
          <p:nvPr/>
        </p:nvGrpSpPr>
        <p:grpSpPr>
          <a:xfrm>
            <a:off x="7123493" y="3429000"/>
            <a:ext cx="1703479" cy="1660236"/>
            <a:chOff x="8447285" y="930339"/>
            <a:chExt cx="816786" cy="816786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3302B86-477E-1B64-4EFB-C3DCAD0A94C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162D40F-8E79-A0A6-0CDE-C7EDD72EF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C872E0D-AC8E-D7DF-5ACF-A0456EF5E5A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D9B8DFC-818E-5008-D630-B97C7FD996CE}"/>
              </a:ext>
            </a:extLst>
          </p:cNvPr>
          <p:cNvSpPr txBox="1"/>
          <p:nvPr/>
        </p:nvSpPr>
        <p:spPr>
          <a:xfrm>
            <a:off x="9395938" y="3722668"/>
            <a:ext cx="2207359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초기 </a:t>
            </a:r>
            <a:r>
              <a:rPr lang="en-US" altLang="ko-KR" sz="1500" b="1" dirty="0"/>
              <a:t>P,Q, bias </a:t>
            </a:r>
            <a:r>
              <a:rPr lang="ko-KR" altLang="en-US" sz="1500" b="1" dirty="0"/>
              <a:t>항 설정</a:t>
            </a:r>
            <a:endParaRPr lang="en-US" altLang="ko-KR" sz="1500" b="1" dirty="0"/>
          </a:p>
          <a:p>
            <a:pPr algn="ctr"/>
            <a:r>
              <a:rPr lang="en-US" altLang="ko-KR" sz="1500" b="1" dirty="0"/>
              <a:t>(</a:t>
            </a:r>
            <a:r>
              <a:rPr lang="ko-KR" altLang="en-US" sz="1500" b="1" dirty="0"/>
              <a:t>균등분포에서 </a:t>
            </a:r>
            <a:r>
              <a:rPr lang="en-US" altLang="ko-KR" sz="1500" b="1" dirty="0"/>
              <a:t>scale)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602D1-D53D-2D5E-A800-BDE9610D1908}"/>
              </a:ext>
            </a:extLst>
          </p:cNvPr>
          <p:cNvSpPr txBox="1"/>
          <p:nvPr/>
        </p:nvSpPr>
        <p:spPr>
          <a:xfrm>
            <a:off x="9578241" y="2497011"/>
            <a:ext cx="1810196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관측값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index </a:t>
            </a:r>
            <a:r>
              <a:rPr lang="ko-KR" altLang="en-US" sz="1500" b="1" dirty="0"/>
              <a:t>반환</a:t>
            </a:r>
            <a:endParaRPr lang="en-US" altLang="ko-KR" sz="1500" b="1" dirty="0"/>
          </a:p>
          <a:p>
            <a:r>
              <a:rPr lang="en-US" altLang="ko-KR" sz="1500" b="1" dirty="0"/>
              <a:t>list</a:t>
            </a:r>
            <a:r>
              <a:rPr lang="ko-KR" altLang="en-US" sz="1500" b="1" dirty="0"/>
              <a:t>로 저장</a:t>
            </a:r>
            <a:endParaRPr lang="en-US" altLang="ko-KR" sz="15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75122-2516-9356-8106-389BF69F097E}"/>
              </a:ext>
            </a:extLst>
          </p:cNvPr>
          <p:cNvSpPr txBox="1"/>
          <p:nvPr/>
        </p:nvSpPr>
        <p:spPr>
          <a:xfrm>
            <a:off x="9097817" y="1726423"/>
            <a:ext cx="2803602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초기 데이터 설정 및 특징 추출</a:t>
            </a:r>
            <a:endParaRPr lang="en-US" altLang="ko-KR" sz="1500" b="1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06B6D91-C919-C125-E5A3-47EFE64C0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056" y="4406900"/>
            <a:ext cx="2107122" cy="1202299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FF3744B-E60A-B959-A64B-DFDD6B48B7CF}"/>
              </a:ext>
            </a:extLst>
          </p:cNvPr>
          <p:cNvCxnSpPr/>
          <p:nvPr/>
        </p:nvCxnSpPr>
        <p:spPr>
          <a:xfrm flipV="1">
            <a:off x="3389745" y="729673"/>
            <a:ext cx="4581237" cy="58189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A93600-A08A-E813-C6FF-C33191976881}"/>
              </a:ext>
            </a:extLst>
          </p:cNvPr>
          <p:cNvSpPr txBox="1"/>
          <p:nvPr/>
        </p:nvSpPr>
        <p:spPr>
          <a:xfrm>
            <a:off x="7970982" y="545908"/>
            <a:ext cx="1948740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train</a:t>
            </a:r>
            <a:r>
              <a:rPr lang="ko-KR" altLang="en-US" sz="1500" b="1" dirty="0"/>
              <a:t>을 인자로 받음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2888765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9F3AB87-966C-B91D-8D02-56E2A35B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267B508-84B1-794A-50A6-9E235534E6DB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6853E82E-EE3E-1D01-F5B3-B1CCB3444C9C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07DBE85E-4519-AF0F-69F0-EE826919DE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030875D-4D26-A2DC-D731-6734C88E015C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Matfac.py – fit()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88FACC5-F292-A011-852B-D78F2FBB870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795492" y="2648275"/>
            <a:ext cx="1782749" cy="125735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7B38AF9-E925-2438-F872-C3157A7028FE}"/>
              </a:ext>
            </a:extLst>
          </p:cNvPr>
          <p:cNvGrpSpPr/>
          <p:nvPr/>
        </p:nvGrpSpPr>
        <p:grpSpPr>
          <a:xfrm>
            <a:off x="7435273" y="1537802"/>
            <a:ext cx="1391699" cy="752132"/>
            <a:chOff x="8447285" y="930339"/>
            <a:chExt cx="816786" cy="816786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B6F5F7F-E73F-E26E-40F1-869EBC53BF9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5506758-2221-9EE3-EA5C-857DB74EA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036463-B351-209D-67A8-AF2B7B8F238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A473CD9-D240-1201-7013-F9B6C2E72E23}"/>
              </a:ext>
            </a:extLst>
          </p:cNvPr>
          <p:cNvSpPr txBox="1"/>
          <p:nvPr/>
        </p:nvSpPr>
        <p:spPr>
          <a:xfrm>
            <a:off x="9395938" y="3722668"/>
            <a:ext cx="2207359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초기 </a:t>
            </a:r>
            <a:r>
              <a:rPr lang="en-US" altLang="ko-KR" sz="1500" b="1" dirty="0"/>
              <a:t>P,Q, bias </a:t>
            </a:r>
            <a:r>
              <a:rPr lang="ko-KR" altLang="en-US" sz="1500" b="1" dirty="0"/>
              <a:t>항 설정</a:t>
            </a:r>
            <a:endParaRPr lang="en-US" altLang="ko-KR" sz="1500" b="1" dirty="0"/>
          </a:p>
          <a:p>
            <a:pPr algn="ctr"/>
            <a:r>
              <a:rPr lang="en-US" altLang="ko-KR" sz="1500" b="1" dirty="0"/>
              <a:t>(</a:t>
            </a:r>
            <a:r>
              <a:rPr lang="ko-KR" altLang="en-US" sz="1500" b="1" dirty="0"/>
              <a:t>균등분포에서 </a:t>
            </a:r>
            <a:r>
              <a:rPr lang="en-US" altLang="ko-KR" sz="1500" b="1" dirty="0"/>
              <a:t>scale)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73E3E1-8094-DA6C-AF8A-14A701D7050B}"/>
              </a:ext>
            </a:extLst>
          </p:cNvPr>
          <p:cNvSpPr txBox="1"/>
          <p:nvPr/>
        </p:nvSpPr>
        <p:spPr>
          <a:xfrm>
            <a:off x="9578241" y="2497011"/>
            <a:ext cx="1810196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관측값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index </a:t>
            </a:r>
            <a:r>
              <a:rPr lang="ko-KR" altLang="en-US" sz="1500" b="1" dirty="0"/>
              <a:t>반환</a:t>
            </a:r>
            <a:endParaRPr lang="en-US" altLang="ko-KR" sz="1500" b="1" dirty="0"/>
          </a:p>
          <a:p>
            <a:r>
              <a:rPr lang="en-US" altLang="ko-KR" sz="1500" b="1" dirty="0"/>
              <a:t>list</a:t>
            </a:r>
            <a:r>
              <a:rPr lang="ko-KR" altLang="en-US" sz="1500" b="1" dirty="0"/>
              <a:t>로 저장</a:t>
            </a:r>
            <a:endParaRPr lang="en-US" altLang="ko-KR" sz="15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09C72F-9903-9E7D-B964-C5065E849DFC}"/>
              </a:ext>
            </a:extLst>
          </p:cNvPr>
          <p:cNvSpPr txBox="1"/>
          <p:nvPr/>
        </p:nvSpPr>
        <p:spPr>
          <a:xfrm>
            <a:off x="9097817" y="1698714"/>
            <a:ext cx="2803602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초기 데이터 설정 및 특징 추출</a:t>
            </a:r>
            <a:endParaRPr lang="en-US" altLang="ko-KR" sz="15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F966BC-8E2A-22ED-37E1-F16625634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408" y="1187449"/>
            <a:ext cx="10827592" cy="3695484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796FDF8-7268-5D20-79AE-CED940E37B46}"/>
              </a:ext>
            </a:extLst>
          </p:cNvPr>
          <p:cNvCxnSpPr>
            <a:cxnSpLocks/>
          </p:cNvCxnSpPr>
          <p:nvPr/>
        </p:nvCxnSpPr>
        <p:spPr>
          <a:xfrm>
            <a:off x="1574784" y="4470400"/>
            <a:ext cx="107700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6F0A9D2-DC76-451A-ACF1-04F074603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82305"/>
            <a:ext cx="5525271" cy="781159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92C7ABE-42DA-6BFA-3368-C92BCEB8FBAE}"/>
              </a:ext>
            </a:extLst>
          </p:cNvPr>
          <p:cNvCxnSpPr>
            <a:cxnSpLocks/>
          </p:cNvCxnSpPr>
          <p:nvPr/>
        </p:nvCxnSpPr>
        <p:spPr>
          <a:xfrm flipV="1">
            <a:off x="7490060" y="5563648"/>
            <a:ext cx="1368575" cy="923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6A1B50-83EC-E57C-AB3A-959BB1CD42F2}"/>
              </a:ext>
            </a:extLst>
          </p:cNvPr>
          <p:cNvSpPr txBox="1"/>
          <p:nvPr/>
        </p:nvSpPr>
        <p:spPr>
          <a:xfrm>
            <a:off x="7779586" y="5553834"/>
            <a:ext cx="855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>
                <a:solidFill>
                  <a:srgbClr val="FFFF00"/>
                </a:solidFill>
              </a:rPr>
              <a:t>R_pred</a:t>
            </a:r>
            <a:endParaRPr lang="ko-KR" altLang="en-US" sz="1600" b="1" dirty="0">
              <a:solidFill>
                <a:srgbClr val="FFFF00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DB2D1F1-77AD-8BF9-973E-077178CED840}"/>
              </a:ext>
            </a:extLst>
          </p:cNvPr>
          <p:cNvCxnSpPr>
            <a:cxnSpLocks/>
          </p:cNvCxnSpPr>
          <p:nvPr/>
        </p:nvCxnSpPr>
        <p:spPr>
          <a:xfrm flipV="1">
            <a:off x="3700218" y="960904"/>
            <a:ext cx="1961805" cy="722052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AC78A26-25D6-0302-79B9-2D05539CFD8D}"/>
              </a:ext>
            </a:extLst>
          </p:cNvPr>
          <p:cNvSpPr txBox="1"/>
          <p:nvPr/>
        </p:nvSpPr>
        <p:spPr>
          <a:xfrm>
            <a:off x="5662023" y="637739"/>
            <a:ext cx="3010922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/>
              <a:t>관측된 데이터에 대해서만 학습</a:t>
            </a:r>
            <a:endParaRPr lang="en-US" altLang="ko-KR" sz="1500" b="1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E568F07-6960-7412-8515-3CED111A1DA9}"/>
              </a:ext>
            </a:extLst>
          </p:cNvPr>
          <p:cNvGrpSpPr/>
          <p:nvPr/>
        </p:nvGrpSpPr>
        <p:grpSpPr>
          <a:xfrm>
            <a:off x="8281797" y="2535475"/>
            <a:ext cx="863875" cy="1197114"/>
            <a:chOff x="8447285" y="930339"/>
            <a:chExt cx="816786" cy="816786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DB11162C-9BAE-95A4-6BF7-0867DE7CBC8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6CFDB72-403F-6A65-0E85-351C438CF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61CFCC77-F040-40B9-E163-1886BC39020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CED5994-6A1D-8280-EE7D-F835CF749114}"/>
              </a:ext>
            </a:extLst>
          </p:cNvPr>
          <p:cNvSpPr txBox="1"/>
          <p:nvPr/>
        </p:nvSpPr>
        <p:spPr>
          <a:xfrm>
            <a:off x="8826972" y="2955853"/>
            <a:ext cx="2284373" cy="32316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>
                <a:solidFill>
                  <a:srgbClr val="FFFF00"/>
                </a:solidFill>
              </a:rPr>
              <a:t>P,Q,bias</a:t>
            </a:r>
            <a:r>
              <a:rPr lang="ko-KR" altLang="en-US" sz="1500" b="1" dirty="0">
                <a:solidFill>
                  <a:srgbClr val="FFFF00"/>
                </a:solidFill>
              </a:rPr>
              <a:t>항 </a:t>
            </a:r>
            <a:r>
              <a:rPr lang="en-US" altLang="ko-KR" sz="1500" b="1" dirty="0">
                <a:solidFill>
                  <a:srgbClr val="FFFF00"/>
                </a:solidFill>
              </a:rPr>
              <a:t>Update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78DF3BE-3E53-9113-6316-EBA28109434E}"/>
              </a:ext>
            </a:extLst>
          </p:cNvPr>
          <p:cNvCxnSpPr>
            <a:cxnSpLocks/>
          </p:cNvCxnSpPr>
          <p:nvPr/>
        </p:nvCxnSpPr>
        <p:spPr>
          <a:xfrm flipV="1">
            <a:off x="2226493" y="3732589"/>
            <a:ext cx="0" cy="1937961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358724-7EE3-88A3-BE2D-97787864CCF2}"/>
              </a:ext>
            </a:extLst>
          </p:cNvPr>
          <p:cNvSpPr txBox="1"/>
          <p:nvPr/>
        </p:nvSpPr>
        <p:spPr>
          <a:xfrm>
            <a:off x="1782278" y="5723111"/>
            <a:ext cx="1672122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10</a:t>
            </a:r>
            <a:r>
              <a:rPr lang="ko-KR" altLang="en-US" sz="1500" b="1" dirty="0"/>
              <a:t>번당 </a:t>
            </a:r>
            <a:r>
              <a:rPr lang="en-US" altLang="ko-KR" sz="1500" b="1" dirty="0"/>
              <a:t>loss </a:t>
            </a:r>
            <a:r>
              <a:rPr lang="ko-KR" altLang="en-US" sz="1500" b="1" dirty="0"/>
              <a:t>출력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학습의 진행</a:t>
            </a:r>
            <a:r>
              <a:rPr lang="en-US" altLang="ko-KR" sz="15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9682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E83C14B-E781-FD3D-41C2-261C46B6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4784194-F561-3D44-DA54-53A97EA432A7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9852F250-2366-A5D9-BB00-EE3F68F14746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E1E7C3B-EF73-1EFF-4D06-62062B57AF6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172BA26-D183-9125-CAEA-6E757946F202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Matfac.py – predict()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112ED6-AA5F-CFCD-B919-0D59C55E21A5}"/>
              </a:ext>
            </a:extLst>
          </p:cNvPr>
          <p:cNvGrpSpPr/>
          <p:nvPr/>
        </p:nvGrpSpPr>
        <p:grpSpPr>
          <a:xfrm>
            <a:off x="7435273" y="1537802"/>
            <a:ext cx="1391699" cy="752132"/>
            <a:chOff x="8447285" y="930339"/>
            <a:chExt cx="816786" cy="816786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780886F-8D2B-2211-1343-21474F18DFB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80E3624-B331-6237-BDBB-0F6C2E962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89B4F99-1124-143E-0E4C-7BF6560C121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B07F2FB-C20E-5C98-F633-57F64869E8C3}"/>
              </a:ext>
            </a:extLst>
          </p:cNvPr>
          <p:cNvGrpSpPr/>
          <p:nvPr/>
        </p:nvGrpSpPr>
        <p:grpSpPr>
          <a:xfrm>
            <a:off x="8281797" y="2535475"/>
            <a:ext cx="863875" cy="1197114"/>
            <a:chOff x="8447285" y="930339"/>
            <a:chExt cx="816786" cy="816786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389AAC3B-E5EB-49D7-B043-5BAA9009666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9D41C0F-54A6-8395-2D54-0F93B68033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69CCD91-0452-DC06-71CD-6F506E6CE0D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55F2819-2220-2390-2C92-63EC22106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42" y="1116052"/>
            <a:ext cx="10700658" cy="283884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C21E1E3-DEB9-C203-977F-06D8337CD77E}"/>
              </a:ext>
            </a:extLst>
          </p:cNvPr>
          <p:cNvGrpSpPr/>
          <p:nvPr/>
        </p:nvGrpSpPr>
        <p:grpSpPr>
          <a:xfrm>
            <a:off x="5624290" y="1150868"/>
            <a:ext cx="863875" cy="996843"/>
            <a:chOff x="8447285" y="930339"/>
            <a:chExt cx="816786" cy="816786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C22FB5AA-545D-60FD-CA12-5BA5C4D86D7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E1429E9-5968-AB27-F125-320124E76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CC076B6-D28F-FD37-0ADE-FDEEF4C26AE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C3EA40F-E6AC-B9F8-9710-1432C976861A}"/>
              </a:ext>
            </a:extLst>
          </p:cNvPr>
          <p:cNvSpPr txBox="1"/>
          <p:nvPr/>
        </p:nvSpPr>
        <p:spPr>
          <a:xfrm>
            <a:off x="6611171" y="1475274"/>
            <a:ext cx="3280974" cy="32316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FFFF00"/>
                </a:solidFill>
              </a:rPr>
              <a:t>.loc() </a:t>
            </a:r>
            <a:r>
              <a:rPr lang="ko-KR" altLang="en-US" sz="1500" b="1" dirty="0">
                <a:solidFill>
                  <a:srgbClr val="FFFF00"/>
                </a:solidFill>
              </a:rPr>
              <a:t>을 위한 </a:t>
            </a:r>
            <a:r>
              <a:rPr lang="en-US" altLang="ko-KR" sz="1500" b="1" dirty="0" err="1">
                <a:solidFill>
                  <a:srgbClr val="FFFF00"/>
                </a:solidFill>
              </a:rPr>
              <a:t>DataFrame</a:t>
            </a:r>
            <a:r>
              <a:rPr lang="en-US" altLang="ko-KR" sz="1500" b="1" dirty="0">
                <a:solidFill>
                  <a:srgbClr val="FFFF00"/>
                </a:solidFill>
              </a:rPr>
              <a:t> </a:t>
            </a:r>
            <a:r>
              <a:rPr lang="ko-KR" altLang="en-US" sz="1500" b="1" dirty="0">
                <a:solidFill>
                  <a:srgbClr val="FFFF00"/>
                </a:solidFill>
              </a:rPr>
              <a:t>전환</a:t>
            </a:r>
            <a:endParaRPr lang="en-US" altLang="ko-KR" sz="1500" b="1" dirty="0">
              <a:solidFill>
                <a:srgbClr val="FFFF00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D605934-0C48-3BBA-1F8E-14C83FD79DFA}"/>
              </a:ext>
            </a:extLst>
          </p:cNvPr>
          <p:cNvCxnSpPr>
            <a:cxnSpLocks/>
          </p:cNvCxnSpPr>
          <p:nvPr/>
        </p:nvCxnSpPr>
        <p:spPr>
          <a:xfrm>
            <a:off x="8554535" y="2742510"/>
            <a:ext cx="0" cy="1560122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9AD998-78EA-899D-27E0-29E98F3111FC}"/>
              </a:ext>
            </a:extLst>
          </p:cNvPr>
          <p:cNvSpPr txBox="1"/>
          <p:nvPr/>
        </p:nvSpPr>
        <p:spPr>
          <a:xfrm>
            <a:off x="8477634" y="4302632"/>
            <a:ext cx="3267944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Prediction</a:t>
            </a:r>
            <a:r>
              <a:rPr lang="ko-KR" altLang="en-US" sz="1500" b="1" dirty="0"/>
              <a:t>에서 가장 중요한 부분</a:t>
            </a:r>
            <a:endParaRPr lang="en-US" altLang="ko-KR" sz="15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914B3-E8E0-D2DA-8309-81389FC9E210}"/>
              </a:ext>
            </a:extLst>
          </p:cNvPr>
          <p:cNvSpPr txBox="1"/>
          <p:nvPr/>
        </p:nvSpPr>
        <p:spPr>
          <a:xfrm>
            <a:off x="1796707" y="4430235"/>
            <a:ext cx="3267944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Train data</a:t>
            </a:r>
            <a:r>
              <a:rPr lang="ko-KR" altLang="en-US" sz="1500" b="1" dirty="0"/>
              <a:t>에서 등장하지 않은 </a:t>
            </a:r>
            <a:r>
              <a:rPr lang="en-US" altLang="ko-KR" sz="1500" b="1" dirty="0"/>
              <a:t>item, user</a:t>
            </a:r>
            <a:r>
              <a:rPr lang="ko-KR" altLang="en-US" sz="1500" b="1" dirty="0"/>
              <a:t>의 </a:t>
            </a:r>
            <a:r>
              <a:rPr lang="en-US" altLang="ko-KR" sz="1500" b="1" dirty="0"/>
              <a:t>data</a:t>
            </a:r>
            <a:r>
              <a:rPr lang="ko-KR" altLang="en-US" sz="1500" b="1" dirty="0"/>
              <a:t>는 </a:t>
            </a:r>
            <a:r>
              <a:rPr lang="en-US" altLang="ko-KR" sz="1500" b="1" dirty="0"/>
              <a:t>test data</a:t>
            </a:r>
            <a:r>
              <a:rPr lang="ko-KR" altLang="en-US" sz="1500" b="1" dirty="0"/>
              <a:t>에서 제외</a:t>
            </a:r>
            <a:endParaRPr lang="en-US" altLang="ko-KR" sz="1500" b="1" dirty="0"/>
          </a:p>
        </p:txBody>
      </p:sp>
      <p:pic>
        <p:nvPicPr>
          <p:cNvPr id="1026" name="Picture 2" descr="Recommendation System Series Part 4: The 7 Variants of MF For Collaborative  Filtering | Towards Data Science">
            <a:extLst>
              <a:ext uri="{FF2B5EF4-FFF2-40B4-BE49-F238E27FC236}">
                <a16:creationId xmlns:a16="http://schemas.microsoft.com/office/drawing/2014/main" id="{CC7AACC8-602D-B0AC-E9D7-88315C4F5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651" y="4035450"/>
            <a:ext cx="3384316" cy="223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77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4C1A2B5-18D3-6D05-2F1B-7D2B280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222473F-BDFC-F6D1-1D84-46E6662357F3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BA75BC9-1D00-FE4E-0B91-150075D65578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C01B57B8-8579-299A-118A-772FED4986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0F60F13-36AF-E955-6F2E-62E6B92E82BF}"/>
              </a:ext>
            </a:extLst>
          </p:cNvPr>
          <p:cNvSpPr txBox="1"/>
          <p:nvPr/>
        </p:nvSpPr>
        <p:spPr>
          <a:xfrm>
            <a:off x="1897103" y="473394"/>
            <a:ext cx="6415623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Train data</a:t>
            </a:r>
            <a:r>
              <a:rPr lang="ko-KR" altLang="en-US" sz="1500" b="1" dirty="0"/>
              <a:t>에서 등장하지 않은 </a:t>
            </a:r>
            <a:r>
              <a:rPr lang="en-US" altLang="ko-KR" sz="1500" b="1" dirty="0" err="1"/>
              <a:t>user,item</a:t>
            </a:r>
            <a:r>
              <a:rPr lang="ko-KR" altLang="en-US" sz="1500" b="1" dirty="0"/>
              <a:t>의 </a:t>
            </a:r>
            <a:r>
              <a:rPr lang="en-US" altLang="ko-KR" sz="1500" b="1" dirty="0"/>
              <a:t>data</a:t>
            </a:r>
            <a:r>
              <a:rPr lang="ko-KR" altLang="en-US" sz="1500" b="1" dirty="0"/>
              <a:t>는 </a:t>
            </a:r>
            <a:r>
              <a:rPr lang="en-US" altLang="ko-KR" sz="1500" b="1" dirty="0"/>
              <a:t>test data</a:t>
            </a:r>
            <a:r>
              <a:rPr lang="ko-KR" altLang="en-US" sz="1500" b="1" dirty="0"/>
              <a:t>에서 제외</a:t>
            </a:r>
            <a:endParaRPr lang="en-US" altLang="ko-KR" sz="15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B2D53F-8885-E330-8A35-3BC76313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779" y="1194054"/>
            <a:ext cx="6101043" cy="31381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E0455-D045-C6D2-06E5-6924E3F57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268" y="3409820"/>
            <a:ext cx="6413489" cy="29809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EF562B-0FF4-12F2-A155-5D05AEB7F139}"/>
              </a:ext>
            </a:extLst>
          </p:cNvPr>
          <p:cNvSpPr txBox="1"/>
          <p:nvPr/>
        </p:nvSpPr>
        <p:spPr>
          <a:xfrm>
            <a:off x="8477390" y="1759764"/>
            <a:ext cx="3031118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Ex) 5</a:t>
            </a:r>
            <a:r>
              <a:rPr lang="ko-KR" altLang="en-US" sz="1500" b="1" dirty="0"/>
              <a:t>번 </a:t>
            </a:r>
            <a:r>
              <a:rPr lang="en-US" altLang="ko-KR" sz="1500" b="1" dirty="0"/>
              <a:t>user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–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5</a:t>
            </a:r>
            <a:r>
              <a:rPr lang="ko-KR" altLang="en-US" sz="1500" b="1" dirty="0"/>
              <a:t>번 </a:t>
            </a:r>
            <a:r>
              <a:rPr lang="en-US" altLang="ko-KR" sz="1500" b="1" dirty="0"/>
              <a:t>item rating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C8A4C0-960F-E57A-6825-C7D1249FF2E2}"/>
              </a:ext>
            </a:extLst>
          </p:cNvPr>
          <p:cNvSpPr/>
          <p:nvPr/>
        </p:nvSpPr>
        <p:spPr>
          <a:xfrm>
            <a:off x="1948932" y="2410690"/>
            <a:ext cx="5883564" cy="23091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D44C22-8BBE-348B-F8CD-3F56169BD8CA}"/>
              </a:ext>
            </a:extLst>
          </p:cNvPr>
          <p:cNvSpPr/>
          <p:nvPr/>
        </p:nvSpPr>
        <p:spPr>
          <a:xfrm>
            <a:off x="1948932" y="4669368"/>
            <a:ext cx="5883564" cy="23091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2FB11C-BDD4-0B3C-EBBB-2FC7511251D2}"/>
              </a:ext>
            </a:extLst>
          </p:cNvPr>
          <p:cNvSpPr txBox="1"/>
          <p:nvPr/>
        </p:nvSpPr>
        <p:spPr>
          <a:xfrm>
            <a:off x="7887822" y="2439946"/>
            <a:ext cx="775887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/>
              <a:t>Q</a:t>
            </a:r>
            <a:r>
              <a:rPr lang="ko-KR" altLang="en-US" sz="1500" b="1" dirty="0"/>
              <a:t>벡터</a:t>
            </a:r>
            <a:endParaRPr lang="en-US" altLang="ko-KR" sz="1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16162-C7FA-A0CB-64E7-26EA247CCC03}"/>
              </a:ext>
            </a:extLst>
          </p:cNvPr>
          <p:cNvSpPr txBox="1"/>
          <p:nvPr/>
        </p:nvSpPr>
        <p:spPr>
          <a:xfrm>
            <a:off x="8218757" y="4623240"/>
            <a:ext cx="775887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</a:t>
            </a:r>
            <a:r>
              <a:rPr lang="ko-KR" altLang="en-US" sz="1500" b="1" dirty="0"/>
              <a:t>벡터</a:t>
            </a:r>
            <a:endParaRPr lang="en-US" altLang="ko-KR" sz="15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AD01BB-FAA0-D6F5-AAD5-84809C5ECD3D}"/>
                  </a:ext>
                </a:extLst>
              </p:cNvPr>
              <p:cNvSpPr txBox="1"/>
              <p:nvPr/>
            </p:nvSpPr>
            <p:spPr>
              <a:xfrm>
                <a:off x="9332535" y="3781476"/>
                <a:ext cx="2369937" cy="337849"/>
              </a:xfrm>
              <a:prstGeom prst="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𝑝𝑟𝑒𝑑𝑖𝑐𝑡𝑒𝑑</m:t>
                          </m:r>
                        </m:sub>
                      </m:sSub>
                    </m:oMath>
                  </m:oMathPara>
                </a14:m>
                <a:endParaRPr lang="en-US" altLang="ko-KR" sz="2000" b="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AD01BB-FAA0-D6F5-AAD5-84809C5EC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535" y="3781476"/>
                <a:ext cx="2369937" cy="337849"/>
              </a:xfrm>
              <a:prstGeom prst="rect">
                <a:avLst/>
              </a:prstGeom>
              <a:blipFill>
                <a:blip r:embed="rId6"/>
                <a:stretch>
                  <a:fillRect b="-17742"/>
                </a:stretch>
              </a:blipFill>
              <a:ln w="3810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0A05FBE-2711-9607-1B6E-D462FC3764C7}"/>
              </a:ext>
            </a:extLst>
          </p:cNvPr>
          <p:cNvCxnSpPr/>
          <p:nvPr/>
        </p:nvCxnSpPr>
        <p:spPr>
          <a:xfrm>
            <a:off x="8663709" y="2763111"/>
            <a:ext cx="668826" cy="1018365"/>
          </a:xfrm>
          <a:prstGeom prst="straightConnector1">
            <a:avLst/>
          </a:prstGeom>
          <a:ln w="381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42F7BF8-EF38-5159-326A-E6149920E907}"/>
              </a:ext>
            </a:extLst>
          </p:cNvPr>
          <p:cNvCxnSpPr>
            <a:cxnSpLocks/>
          </p:cNvCxnSpPr>
          <p:nvPr/>
        </p:nvCxnSpPr>
        <p:spPr>
          <a:xfrm flipV="1">
            <a:off x="8994644" y="4104641"/>
            <a:ext cx="334413" cy="518599"/>
          </a:xfrm>
          <a:prstGeom prst="straightConnector1">
            <a:avLst/>
          </a:prstGeom>
          <a:ln w="38100">
            <a:solidFill>
              <a:srgbClr val="3535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FC40B3C-B535-7572-6286-02B76044375E}"/>
              </a:ext>
            </a:extLst>
          </p:cNvPr>
          <p:cNvSpPr txBox="1"/>
          <p:nvPr/>
        </p:nvSpPr>
        <p:spPr>
          <a:xfrm>
            <a:off x="8606700" y="5494707"/>
            <a:ext cx="3317447" cy="323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Ex) 5</a:t>
            </a:r>
            <a:r>
              <a:rPr lang="ko-KR" altLang="en-US" sz="1500" b="1" dirty="0"/>
              <a:t>번 </a:t>
            </a:r>
            <a:r>
              <a:rPr lang="en-US" altLang="ko-KR" sz="1500" b="1" dirty="0"/>
              <a:t>user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–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1676</a:t>
            </a:r>
            <a:r>
              <a:rPr lang="ko-KR" altLang="en-US" sz="1500" b="1" dirty="0"/>
              <a:t>번 </a:t>
            </a:r>
            <a:r>
              <a:rPr lang="en-US" altLang="ko-KR" sz="1500" b="1" dirty="0"/>
              <a:t>item rating?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73B0AF4-BE4D-968F-871E-8EF27F566DE1}"/>
              </a:ext>
            </a:extLst>
          </p:cNvPr>
          <p:cNvSpPr/>
          <p:nvPr/>
        </p:nvSpPr>
        <p:spPr>
          <a:xfrm>
            <a:off x="1786763" y="2808262"/>
            <a:ext cx="429964" cy="48004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E9D65F7F-9087-259D-0B8B-AD6D3780116B}"/>
              </a:ext>
            </a:extLst>
          </p:cNvPr>
          <p:cNvSpPr/>
          <p:nvPr/>
        </p:nvSpPr>
        <p:spPr>
          <a:xfrm>
            <a:off x="8449225" y="5988559"/>
            <a:ext cx="722357" cy="3231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E6EB5C-9C21-C0C1-7B6D-E519C7D3A8EF}"/>
              </a:ext>
            </a:extLst>
          </p:cNvPr>
          <p:cNvSpPr txBox="1"/>
          <p:nvPr/>
        </p:nvSpPr>
        <p:spPr>
          <a:xfrm>
            <a:off x="9402050" y="6011641"/>
            <a:ext cx="2175973" cy="276999"/>
          </a:xfrm>
          <a:prstGeom prst="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ko-KR" altLang="en-US" b="1" dirty="0"/>
              <a:t>의미 없는 쓰레기 값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8821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BA632B2-5FB7-60F7-EC90-6724755E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2AF1239-21C6-DFFA-8B79-203BA3E41023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938AFA8E-0F4F-C2EB-0DDF-74DFDA125B0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615FB491-9A69-42F9-2103-21C48FC2A8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D854E114-FB39-C23B-8146-30322A4E52BB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Matfac.py – predict()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4DA6A00-C1CB-6BB8-0006-75A66FDC0059}"/>
              </a:ext>
            </a:extLst>
          </p:cNvPr>
          <p:cNvGrpSpPr/>
          <p:nvPr/>
        </p:nvGrpSpPr>
        <p:grpSpPr>
          <a:xfrm>
            <a:off x="7435273" y="1537802"/>
            <a:ext cx="1391699" cy="752132"/>
            <a:chOff x="8447285" y="930339"/>
            <a:chExt cx="816786" cy="816786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C1AA8F5-D71A-7405-3325-A653CC7C465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C1A8A3D-6D13-591E-CACA-A207165A0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1932C70-EFB0-D637-8524-393E4686292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46C823D-D9CA-DC9F-E157-852E68D4F297}"/>
              </a:ext>
            </a:extLst>
          </p:cNvPr>
          <p:cNvGrpSpPr/>
          <p:nvPr/>
        </p:nvGrpSpPr>
        <p:grpSpPr>
          <a:xfrm>
            <a:off x="8281797" y="2535475"/>
            <a:ext cx="863875" cy="1197114"/>
            <a:chOff x="8447285" y="930339"/>
            <a:chExt cx="816786" cy="816786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A9A6E908-6EB0-760B-205B-018ABE35A13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CC2FE5D-5F8B-DA4B-9CF5-CD21F1F67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11F07702-BAF6-8997-E2A6-C11B7CE703F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C32C33AE-9859-09E0-40C7-1EE87B526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42" y="1116052"/>
            <a:ext cx="10700658" cy="283884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8D669AB-6451-853C-EDF3-2EE6401516F4}"/>
              </a:ext>
            </a:extLst>
          </p:cNvPr>
          <p:cNvGrpSpPr/>
          <p:nvPr/>
        </p:nvGrpSpPr>
        <p:grpSpPr>
          <a:xfrm>
            <a:off x="5624290" y="1150868"/>
            <a:ext cx="863875" cy="996843"/>
            <a:chOff x="8447285" y="930339"/>
            <a:chExt cx="816786" cy="816786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FBC5936-C566-0281-1356-A990E282F27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99A87EC-EDD1-199E-CBF5-39B498B2E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719F1DD-4EB4-C198-5E11-3A3210B0453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C2BF4A7-94CF-8C8E-59EC-68B138EBF3EB}"/>
              </a:ext>
            </a:extLst>
          </p:cNvPr>
          <p:cNvSpPr txBox="1"/>
          <p:nvPr/>
        </p:nvSpPr>
        <p:spPr>
          <a:xfrm>
            <a:off x="6611171" y="1475274"/>
            <a:ext cx="3280974" cy="32316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FFFF00"/>
                </a:solidFill>
              </a:rPr>
              <a:t>.loc() </a:t>
            </a:r>
            <a:r>
              <a:rPr lang="ko-KR" altLang="en-US" sz="1500" b="1" dirty="0">
                <a:solidFill>
                  <a:srgbClr val="FFFF00"/>
                </a:solidFill>
              </a:rPr>
              <a:t>을 위한 </a:t>
            </a:r>
            <a:r>
              <a:rPr lang="en-US" altLang="ko-KR" sz="1500" b="1" dirty="0" err="1">
                <a:solidFill>
                  <a:srgbClr val="FFFF00"/>
                </a:solidFill>
              </a:rPr>
              <a:t>DataFrame</a:t>
            </a:r>
            <a:r>
              <a:rPr lang="en-US" altLang="ko-KR" sz="1500" b="1" dirty="0">
                <a:solidFill>
                  <a:srgbClr val="FFFF00"/>
                </a:solidFill>
              </a:rPr>
              <a:t> </a:t>
            </a:r>
            <a:r>
              <a:rPr lang="ko-KR" altLang="en-US" sz="1500" b="1" dirty="0">
                <a:solidFill>
                  <a:srgbClr val="FFFF00"/>
                </a:solidFill>
              </a:rPr>
              <a:t>전환</a:t>
            </a:r>
            <a:endParaRPr lang="en-US" altLang="ko-KR" sz="1500" b="1" dirty="0">
              <a:solidFill>
                <a:srgbClr val="FFFF00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F31C55E-143D-7B41-307A-11AA72AD8C4D}"/>
              </a:ext>
            </a:extLst>
          </p:cNvPr>
          <p:cNvCxnSpPr>
            <a:cxnSpLocks/>
          </p:cNvCxnSpPr>
          <p:nvPr/>
        </p:nvCxnSpPr>
        <p:spPr>
          <a:xfrm>
            <a:off x="8554535" y="2742510"/>
            <a:ext cx="0" cy="1919273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6E0B3B0-4EAF-9617-4196-A2E13A1FF54E}"/>
              </a:ext>
            </a:extLst>
          </p:cNvPr>
          <p:cNvSpPr txBox="1"/>
          <p:nvPr/>
        </p:nvSpPr>
        <p:spPr>
          <a:xfrm>
            <a:off x="8477634" y="4302632"/>
            <a:ext cx="3267944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Prediction</a:t>
            </a:r>
            <a:r>
              <a:rPr lang="ko-KR" altLang="en-US" sz="1500" b="1" dirty="0"/>
              <a:t>에서 가장 중요한 부분</a:t>
            </a:r>
            <a:endParaRPr lang="en-US" altLang="ko-KR" sz="15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8FA2B-FD05-B69B-BA13-012CCAAA2F58}"/>
              </a:ext>
            </a:extLst>
          </p:cNvPr>
          <p:cNvSpPr txBox="1"/>
          <p:nvPr/>
        </p:nvSpPr>
        <p:spPr>
          <a:xfrm>
            <a:off x="1758257" y="4141049"/>
            <a:ext cx="3267944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return </a:t>
            </a:r>
            <a:r>
              <a:rPr lang="en-US" altLang="ko-KR" sz="1500" dirty="0" err="1"/>
              <a:t>prediction,test_filtered</a:t>
            </a:r>
            <a:endParaRPr lang="en-US" altLang="ko-KR" sz="15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10D320C-FDCD-72AA-1495-95FB93828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368" y="3151585"/>
            <a:ext cx="2553056" cy="36485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AB99FB-349F-4F67-B9A1-B58BD7A8A984}"/>
              </a:ext>
            </a:extLst>
          </p:cNvPr>
          <p:cNvSpPr txBox="1"/>
          <p:nvPr/>
        </p:nvSpPr>
        <p:spPr>
          <a:xfrm>
            <a:off x="7894048" y="6287250"/>
            <a:ext cx="227297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Prediction </a:t>
            </a:r>
            <a:r>
              <a:rPr lang="en-US" altLang="ko-KR" sz="1500" b="1" dirty="0" err="1"/>
              <a:t>DataFrame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201305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DC3FD1D-6881-8802-F0F7-F732D8A6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ED358EC-161B-2E74-D1B4-0183C28A93DF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270F550E-B4C6-8465-6C37-F62BEC241396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123206C-602A-4052-D461-B24512786B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90D88CE-4E1E-1F0C-5C61-04049D497DAA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Preprocessing.py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4EEC85B-CEA8-75CA-8DC8-A74E45E27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547" y="2033255"/>
            <a:ext cx="8106906" cy="16480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9880E8-2A83-6551-1039-138C52114EEE}"/>
              </a:ext>
            </a:extLst>
          </p:cNvPr>
          <p:cNvSpPr txBox="1"/>
          <p:nvPr/>
        </p:nvSpPr>
        <p:spPr>
          <a:xfrm>
            <a:off x="2042548" y="1619837"/>
            <a:ext cx="295427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Ranking metric – </a:t>
            </a:r>
            <a:r>
              <a:rPr lang="en-US" altLang="ko-KR" sz="1500" b="1" dirty="0" err="1"/>
              <a:t>precision@k</a:t>
            </a:r>
            <a:endParaRPr lang="en-US" altLang="ko-KR" sz="1500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FD9A02E-3391-2E19-0262-3A168474F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954" y="1150868"/>
            <a:ext cx="4591691" cy="752580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B7DA74-9950-D89E-5562-13C84A3EA5CE}"/>
              </a:ext>
            </a:extLst>
          </p:cNvPr>
          <p:cNvCxnSpPr>
            <a:cxnSpLocks/>
          </p:cNvCxnSpPr>
          <p:nvPr/>
        </p:nvCxnSpPr>
        <p:spPr>
          <a:xfrm>
            <a:off x="2744863" y="2857283"/>
            <a:ext cx="0" cy="1409917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37F45FF-B035-D8D5-96E8-416C1796992E}"/>
              </a:ext>
            </a:extLst>
          </p:cNvPr>
          <p:cNvSpPr txBox="1"/>
          <p:nvPr/>
        </p:nvSpPr>
        <p:spPr>
          <a:xfrm>
            <a:off x="1878633" y="4241289"/>
            <a:ext cx="254558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Relevant items(</a:t>
            </a:r>
            <a:r>
              <a:rPr lang="ko-KR" altLang="en-US" sz="1500" b="1" dirty="0"/>
              <a:t>선호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추출</a:t>
            </a:r>
            <a:endParaRPr lang="en-US" altLang="ko-KR" sz="1500" b="1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DE69BD-E38A-29C5-1E27-31C8CC07261F}"/>
              </a:ext>
            </a:extLst>
          </p:cNvPr>
          <p:cNvCxnSpPr>
            <a:cxnSpLocks/>
          </p:cNvCxnSpPr>
          <p:nvPr/>
        </p:nvCxnSpPr>
        <p:spPr>
          <a:xfrm flipV="1">
            <a:off x="9871950" y="3106881"/>
            <a:ext cx="1143735" cy="1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68479C-028F-69D9-B34C-A9A8E5292188}"/>
              </a:ext>
            </a:extLst>
          </p:cNvPr>
          <p:cNvSpPr txBox="1"/>
          <p:nvPr/>
        </p:nvSpPr>
        <p:spPr>
          <a:xfrm>
            <a:off x="6182778" y="4684634"/>
            <a:ext cx="254558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Intersection (</a:t>
            </a:r>
            <a:r>
              <a:rPr lang="ko-KR" altLang="en-US" sz="1500" b="1" dirty="0"/>
              <a:t>교집합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함수</a:t>
            </a:r>
            <a:endParaRPr lang="en-US" altLang="ko-KR" sz="1500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87FBC3-1004-E4C9-89C0-901DF9B14A9B}"/>
              </a:ext>
            </a:extLst>
          </p:cNvPr>
          <p:cNvSpPr/>
          <p:nvPr/>
        </p:nvSpPr>
        <p:spPr>
          <a:xfrm>
            <a:off x="9447137" y="2946400"/>
            <a:ext cx="424813" cy="26998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EF59849-736A-CFC0-D1BF-7DC6B55ADBE9}"/>
              </a:ext>
            </a:extLst>
          </p:cNvPr>
          <p:cNvCxnSpPr>
            <a:cxnSpLocks/>
          </p:cNvCxnSpPr>
          <p:nvPr/>
        </p:nvCxnSpPr>
        <p:spPr>
          <a:xfrm>
            <a:off x="7146436" y="3389431"/>
            <a:ext cx="0" cy="1295203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BE0223-E7B7-DB23-0EA5-BBBE364F1CE4}"/>
              </a:ext>
            </a:extLst>
          </p:cNvPr>
          <p:cNvSpPr txBox="1"/>
          <p:nvPr/>
        </p:nvSpPr>
        <p:spPr>
          <a:xfrm>
            <a:off x="11015683" y="2919808"/>
            <a:ext cx="722619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Top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166142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0280244-A39E-C601-3853-5AB566C3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3C0C9B7-8FEE-794E-6EA4-6ABDC2D4A42E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3EBE2AC-E3E4-892C-024B-B152644B4237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73359699-B4EC-A508-D9C9-779ECF00CF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72F2885-1152-559F-3879-E5C81734DE5A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main.py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11F1DE-562A-185A-07BC-82FD3098C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284" y="1163351"/>
            <a:ext cx="5306165" cy="502990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69A8A0B-8BB3-E4BD-3300-278B88EFF9F5}"/>
              </a:ext>
            </a:extLst>
          </p:cNvPr>
          <p:cNvGrpSpPr/>
          <p:nvPr/>
        </p:nvGrpSpPr>
        <p:grpSpPr>
          <a:xfrm>
            <a:off x="3594491" y="1764145"/>
            <a:ext cx="863875" cy="900802"/>
            <a:chOff x="8447285" y="930339"/>
            <a:chExt cx="816786" cy="816786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CBB28736-B0C7-BB3E-CB49-8C097F78EB2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CF5C576-F046-413A-B295-06E7E158C0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8288A4E-14DE-D8F4-AA13-737122B8173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E970A4-A23F-6ACE-5857-75B54793A1FB}"/>
              </a:ext>
            </a:extLst>
          </p:cNvPr>
          <p:cNvGrpSpPr/>
          <p:nvPr/>
        </p:nvGrpSpPr>
        <p:grpSpPr>
          <a:xfrm>
            <a:off x="7111449" y="3149902"/>
            <a:ext cx="859533" cy="2899915"/>
            <a:chOff x="8447285" y="930339"/>
            <a:chExt cx="816786" cy="816786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609F190-50A8-07D1-E6C7-B7B4C7DD5C2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C6B0D99-AD22-9880-ED31-520749561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A560548-0EA2-C7C1-497D-E406623D3E7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259461-A4EF-300E-D3CC-64036522BAA7}"/>
              </a:ext>
            </a:extLst>
          </p:cNvPr>
          <p:cNvSpPr txBox="1"/>
          <p:nvPr/>
        </p:nvSpPr>
        <p:spPr>
          <a:xfrm>
            <a:off x="4559593" y="2052963"/>
            <a:ext cx="2284373" cy="32316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FFFF00"/>
                </a:solidFill>
              </a:rPr>
              <a:t>평가 </a:t>
            </a:r>
            <a:r>
              <a:rPr lang="en-US" altLang="ko-KR" sz="1500" b="1" dirty="0">
                <a:solidFill>
                  <a:srgbClr val="FFFF00"/>
                </a:solidFill>
              </a:rPr>
              <a:t>list </a:t>
            </a:r>
            <a:r>
              <a:rPr lang="ko-KR" altLang="en-US" sz="1500" b="1" dirty="0">
                <a:solidFill>
                  <a:srgbClr val="FFFF00"/>
                </a:solidFill>
              </a:rPr>
              <a:t>생성</a:t>
            </a:r>
            <a:endParaRPr lang="en-US" altLang="ko-KR" sz="1500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E7697-6821-1362-A32D-F98ED9EB94BF}"/>
              </a:ext>
            </a:extLst>
          </p:cNvPr>
          <p:cNvSpPr txBox="1"/>
          <p:nvPr/>
        </p:nvSpPr>
        <p:spPr>
          <a:xfrm>
            <a:off x="8197124" y="5030822"/>
            <a:ext cx="2609421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/>
              <a:t>train data</a:t>
            </a:r>
            <a:r>
              <a:rPr lang="ko-KR" altLang="en-US" sz="1500" b="1" dirty="0"/>
              <a:t> 학습 </a:t>
            </a:r>
            <a:r>
              <a:rPr lang="en-US" altLang="ko-KR" sz="1500" b="1" dirty="0"/>
              <a:t>/ </a:t>
            </a:r>
            <a:r>
              <a:rPr lang="ko-KR" altLang="en-US" sz="1500" b="1" dirty="0"/>
              <a:t>예측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392298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83CB8F4-A474-6092-8FAF-A34462D3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E08E99B7-23D8-6A09-ABE7-86A5D9D50116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058AAEC-1999-E9C3-051B-A047032CD601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1A6C9143-E11C-3B98-F9B7-2FF79A3D9D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279ECB8-2D88-DE05-76EF-A1F68972FC1E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main.py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9596A2B-265F-9796-BFA5-F6332338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284" y="1162809"/>
            <a:ext cx="9269116" cy="3036435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B7C39ED-3E65-61D6-6FBB-D8A5ECBC5F0E}"/>
              </a:ext>
            </a:extLst>
          </p:cNvPr>
          <p:cNvGrpSpPr/>
          <p:nvPr/>
        </p:nvGrpSpPr>
        <p:grpSpPr>
          <a:xfrm>
            <a:off x="8383685" y="1302631"/>
            <a:ext cx="801078" cy="830351"/>
            <a:chOff x="8447285" y="930339"/>
            <a:chExt cx="816786" cy="816786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0FA5E8D-D35A-9234-7841-DF427F21A04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1338732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0D7D5374-4FDC-0699-2DD4-ACA36EFB1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4071" y="930339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5AA2ABB-0E22-6721-A73A-A68A13E063E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855678" y="521946"/>
              <a:ext cx="0" cy="816786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3934A44-E24A-B840-E2CA-55CCA92D96A0}"/>
              </a:ext>
            </a:extLst>
          </p:cNvPr>
          <p:cNvSpPr txBox="1"/>
          <p:nvPr/>
        </p:nvSpPr>
        <p:spPr>
          <a:xfrm>
            <a:off x="8974576" y="1599294"/>
            <a:ext cx="2129018" cy="32316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FFFF00"/>
                </a:solidFill>
              </a:rPr>
              <a:t>Evaluation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0E2B3-C44F-45EF-9D18-4FFE05FE2A8C}"/>
              </a:ext>
            </a:extLst>
          </p:cNvPr>
          <p:cNvSpPr txBox="1"/>
          <p:nvPr/>
        </p:nvSpPr>
        <p:spPr>
          <a:xfrm>
            <a:off x="1878632" y="4418095"/>
            <a:ext cx="310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/>
              <a:t>Terminal</a:t>
            </a:r>
            <a:r>
              <a:rPr lang="ko-KR" altLang="en-US" b="1" dirty="0"/>
              <a:t>에서 </a:t>
            </a:r>
            <a:r>
              <a:rPr lang="ko-KR" altLang="en-US" b="1" dirty="0" err="1"/>
              <a:t>실행하는법</a:t>
            </a:r>
            <a:endParaRPr lang="ko-KR" altLang="en-US" b="1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7C95912-466C-883C-788D-AAACE5155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088" y="4945291"/>
            <a:ext cx="8402223" cy="50489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B423CA-1BC7-0795-B9FE-ED755F7FDE67}"/>
              </a:ext>
            </a:extLst>
          </p:cNvPr>
          <p:cNvSpPr/>
          <p:nvPr/>
        </p:nvSpPr>
        <p:spPr>
          <a:xfrm>
            <a:off x="2678545" y="4945291"/>
            <a:ext cx="3029527" cy="236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D22693-0ABD-EE0E-7F18-E42F20A82E90}"/>
              </a:ext>
            </a:extLst>
          </p:cNvPr>
          <p:cNvSpPr/>
          <p:nvPr/>
        </p:nvSpPr>
        <p:spPr>
          <a:xfrm>
            <a:off x="3066473" y="5175127"/>
            <a:ext cx="3029527" cy="236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96D8656-2D9B-1701-FBDF-CD6F8127F875}"/>
              </a:ext>
            </a:extLst>
          </p:cNvPr>
          <p:cNvCxnSpPr>
            <a:cxnSpLocks/>
          </p:cNvCxnSpPr>
          <p:nvPr/>
        </p:nvCxnSpPr>
        <p:spPr>
          <a:xfrm>
            <a:off x="7824863" y="5097783"/>
            <a:ext cx="0" cy="859672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CF0F3A7-A914-DAA9-6294-6020BF6AEA39}"/>
              </a:ext>
            </a:extLst>
          </p:cNvPr>
          <p:cNvCxnSpPr>
            <a:cxnSpLocks/>
          </p:cNvCxnSpPr>
          <p:nvPr/>
        </p:nvCxnSpPr>
        <p:spPr>
          <a:xfrm>
            <a:off x="9696675" y="5268747"/>
            <a:ext cx="0" cy="859672"/>
          </a:xfrm>
          <a:prstGeom prst="line">
            <a:avLst/>
          </a:prstGeom>
          <a:ln w="28575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AEACB76-122A-7C30-A52F-B877AAFD84E2}"/>
              </a:ext>
            </a:extLst>
          </p:cNvPr>
          <p:cNvSpPr txBox="1"/>
          <p:nvPr/>
        </p:nvSpPr>
        <p:spPr>
          <a:xfrm>
            <a:off x="6188963" y="5948364"/>
            <a:ext cx="1982416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가상환경 불러오기</a:t>
            </a:r>
            <a:endParaRPr lang="en-US" altLang="ko-KR" sz="15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5013DD-7391-05EA-0BB0-1A5713467477}"/>
              </a:ext>
            </a:extLst>
          </p:cNvPr>
          <p:cNvSpPr txBox="1"/>
          <p:nvPr/>
        </p:nvSpPr>
        <p:spPr>
          <a:xfrm>
            <a:off x="8645835" y="6128419"/>
            <a:ext cx="2280781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코드 출력을 </a:t>
            </a:r>
            <a:r>
              <a:rPr lang="en-US" altLang="ko-KR" sz="1500" b="1" dirty="0"/>
              <a:t>.txt </a:t>
            </a:r>
            <a:r>
              <a:rPr lang="ko-KR" altLang="en-US" sz="1500" b="1" dirty="0"/>
              <a:t>파일로 저장가능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46911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A7593F8-0545-0B90-5DEE-D0325B24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43E9DAA-7D4E-272A-0F90-4699A33F6695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48FCA81-D69B-41E2-8691-7EDB3D277BDA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C98257C8-2792-7CEF-1C8F-23DCDB3CDC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7B7AD1-C9B9-1FD4-7CF1-76DE3D280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307" y="1411177"/>
            <a:ext cx="7655495" cy="4035645"/>
          </a:xfrm>
          <a:prstGeom prst="rect">
            <a:avLst/>
          </a:prstGeom>
        </p:spPr>
      </p:pic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59F3687-CFF1-8AC2-989E-A7CA64228FBD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Biased_ouput.txt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353410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D1FBE9-5078-4CB5-65AF-209594BC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1C23232-E106-579C-8B12-F363A50665B6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15F60517-CFE6-9114-6D75-6C030E86914A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01B65FA-77F1-2D07-B9F8-730A002F12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98D9F27A-F3EA-E968-95E3-76ABF681275E}"/>
              </a:ext>
            </a:extLst>
          </p:cNvPr>
          <p:cNvSpPr txBox="1"/>
          <p:nvPr/>
        </p:nvSpPr>
        <p:spPr>
          <a:xfrm>
            <a:off x="2776400" y="3058149"/>
            <a:ext cx="6639200" cy="88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3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sz="3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79184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F0817766C077B46A0BD34B46A61B7E8" ma:contentTypeVersion="12" ma:contentTypeDescription="새 문서를 만듭니다." ma:contentTypeScope="" ma:versionID="84b98428ddc7d785a32fe3d335ead57a">
  <xsd:schema xmlns:xsd="http://www.w3.org/2001/XMLSchema" xmlns:xs="http://www.w3.org/2001/XMLSchema" xmlns:p="http://schemas.microsoft.com/office/2006/metadata/properties" xmlns:ns3="32871427-9934-43b5-adf1-35176e2cfa70" targetNamespace="http://schemas.microsoft.com/office/2006/metadata/properties" ma:root="true" ma:fieldsID="25a4eaafa8719f74d0a50a3451912694" ns3:_="">
    <xsd:import namespace="32871427-9934-43b5-adf1-35176e2cfa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71427-9934-43b5-adf1-35176e2cf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871427-9934-43b5-adf1-35176e2cfa70" xsi:nil="true"/>
  </documentManagement>
</p:properties>
</file>

<file path=customXml/itemProps1.xml><?xml version="1.0" encoding="utf-8"?>
<ds:datastoreItem xmlns:ds="http://schemas.openxmlformats.org/officeDocument/2006/customXml" ds:itemID="{5E01215F-87ED-4A8B-9060-6C7D52AA68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4492D-ADAA-4F0B-9109-497594A9A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871427-9934-43b5-adf1-35176e2cfa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D985BC-11CF-4655-9771-93A703E067EE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32871427-9934-43b5-adf1-35176e2cfa70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821</Words>
  <Application>Microsoft Office PowerPoint</Application>
  <PresentationFormat>와이드스크린</PresentationFormat>
  <Paragraphs>129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NanumGothic ExtraBold</vt:lpstr>
      <vt:lpstr>맑은 고딕</vt:lpstr>
      <vt:lpstr>Arial</vt:lpstr>
      <vt:lpstr>Cambria Math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한승원</dc:creator>
  <cp:lastModifiedBy>한승원</cp:lastModifiedBy>
  <cp:revision>9</cp:revision>
  <dcterms:created xsi:type="dcterms:W3CDTF">2025-11-03T08:51:30Z</dcterms:created>
  <dcterms:modified xsi:type="dcterms:W3CDTF">2025-11-17T11:56:38Z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0x0101002F0817766C077B46A0BD34B46A61B7E8</vt:lpwstr>
  </property>
</Properties>
</file>