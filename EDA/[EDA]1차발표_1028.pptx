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나눔바른고딕" panose="020B0603020101020101" pitchFamily="50" charset="-127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CE0"/>
    <a:srgbClr val="A1ADCB"/>
    <a:srgbClr val="43568B"/>
    <a:srgbClr val="6A738C"/>
    <a:srgbClr val="212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2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88F0017-E01F-C0F9-A598-99D1C6AB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9F0D4E94-4DA4-B6CD-12B3-67C4BFCE2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E37278BF-9995-09BD-44B1-7A09EB499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769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6EEC6A3-46C9-48D3-77E4-C0840F0F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462C988-1B07-034B-169F-121E74049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695BCD49-D55F-2320-2590-1F682F3CE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550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963381C-3011-C3A2-5C99-13E44476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F58E33A-70B1-9AAC-AD34-ED428C569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15956445-900C-5BE6-FD78-6E4C95A266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7414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1E1ED94-4311-16EF-098B-217C5D78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7DB7CEDF-86E4-F5AE-E38A-FE94B64ED1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6593B445-95D9-CB8C-BC54-44FB36E463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9679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73E5EC1-4E07-E483-3273-3708CAF4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FE077D9F-9482-14D7-B5B2-F978A9DF5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220278C5-64AF-D499-881C-FDE76B794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0740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A2AF4CC-AFFB-11D0-5BB5-CBDED1DE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E7BEA8D-486E-08B7-924A-E4CC1DE3D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814DC55-EAE5-47C6-4675-D102E37995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3428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4E6CE89-0BB3-038C-E6DD-179D7B2F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0EFC399B-BF92-7B3E-DCF7-2EA1C1FE1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BAFC314-EFDD-9948-3E04-10EA48E1E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2005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05088E1-EF4C-F5E7-41DE-6668254B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DBAAD936-5276-52B3-35B1-776DE1E3F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D827D292-1C78-1867-12FF-16D80E0D3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0975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1AEBAF3-0A19-E56E-27CF-76501B98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558CE662-CEF1-6F7C-810E-53046AB60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D3BC0691-D6A6-FAF8-81E5-3F717D85BD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763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568745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데이터분석 </a:t>
            </a:r>
            <a:r>
              <a:rPr lang="en-US" altLang="ko-KR" sz="2500" b="1" dirty="0">
                <a:solidFill>
                  <a:srgbClr val="19264B"/>
                </a:solidFill>
              </a:rPr>
              <a:t>EDA </a:t>
            </a:r>
            <a:r>
              <a:rPr lang="ko" sz="2500" b="1" dirty="0">
                <a:solidFill>
                  <a:srgbClr val="19264B"/>
                </a:solidFill>
              </a:rPr>
              <a:t>스터디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10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28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김세린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+mj-lt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+mj-lt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554382" y="1820125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1 : 김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세린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2 :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이지유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3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한종성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D051D7CC-3A7E-5D78-5041-4A84EF38172D}"/>
              </a:ext>
            </a:extLst>
          </p:cNvPr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A76C2D0-F3CC-447B-5D6A-6F99E640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CE8A5DB-EC22-8677-91BA-7FC4BF6510F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47E32AAD-1FAE-9E5E-8F28-B8A5C700B0B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A8DF7817-482B-19A2-52E2-783A6CA457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1B5AAE0D-49E5-E71E-F972-054F6884D04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</a:t>
            </a:r>
            <a:r>
              <a:rPr lang="en-US" alt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</a:t>
            </a: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155278-0E36-5B1E-6B95-8D6F4E82C2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7" t="11964" r="39068" b="15057"/>
          <a:stretch>
            <a:fillRect/>
          </a:stretch>
        </p:blipFill>
        <p:spPr>
          <a:xfrm>
            <a:off x="1408975" y="1251508"/>
            <a:ext cx="4396367" cy="30182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ABB2524-8CA4-90C6-C9CF-14B8579DF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032" y="1251508"/>
            <a:ext cx="2490460" cy="301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74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 일정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FAF25D8-85F5-E405-3AC7-7AD20730F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406441"/>
              </p:ext>
            </p:extLst>
          </p:nvPr>
        </p:nvGraphicFramePr>
        <p:xfrm>
          <a:off x="1524000" y="974857"/>
          <a:ext cx="6096000" cy="350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050893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096674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43088767"/>
                    </a:ext>
                  </a:extLst>
                </a:gridCol>
              </a:tblGrid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4356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날짜</a:t>
                      </a:r>
                    </a:p>
                  </a:txBody>
                  <a:tcPr anchor="ctr">
                    <a:solidFill>
                      <a:srgbClr val="4356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rgbClr val="4356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188506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9/24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1, 2, 3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55922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10/1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51250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6-8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95629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10/29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챕터 </a:t>
                      </a:r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0, 1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306613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11/5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챕터 </a:t>
                      </a:r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99558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11/12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챕터 </a:t>
                      </a:r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946317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12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11/19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챕터 </a:t>
                      </a:r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962946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13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11/26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챕터 </a:t>
                      </a:r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02549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14-16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1492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데이터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77FF29-9AA2-9CE7-11CF-A3E3E8107C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901" b="15512"/>
          <a:stretch>
            <a:fillRect/>
          </a:stretch>
        </p:blipFill>
        <p:spPr>
          <a:xfrm>
            <a:off x="1408975" y="845454"/>
            <a:ext cx="6327615" cy="31229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FC2F74-533D-A357-E9B4-62F2389063CE}"/>
              </a:ext>
            </a:extLst>
          </p:cNvPr>
          <p:cNvSpPr txBox="1"/>
          <p:nvPr/>
        </p:nvSpPr>
        <p:spPr>
          <a:xfrm>
            <a:off x="1507217" y="438858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자전거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대여량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예측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A67CEB6-3D9C-6A07-2587-46B462CF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E86C8610-E1CC-7921-53AA-06E5D742FE1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DD76787-8335-D173-7115-C14E44BE2A8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8620AA0-4DB6-2C4F-3D87-DAF19CDDC2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F840BAC6-760B-022A-B924-FCA226CA115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데이터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031D3ED-56DA-6ED3-57CB-613699E4E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63" y="3393750"/>
            <a:ext cx="7025390" cy="145798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E6592B6-A6D6-E726-97BA-4EE62C901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963" y="729151"/>
            <a:ext cx="4629100" cy="263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CD96719A-5AA9-1851-F29A-7A017F66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6A1C0C1-F124-B1B4-C84A-836CB797B0C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BD604AE-9AC7-4CAB-4499-6A53684036F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FF611E0-7B09-AB87-8B83-2C3C40C1AC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6A7A10F5-30BD-B01C-2F36-A219BAC4909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EDA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19BAA2-A8CF-E766-87A9-843D4AB31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845454"/>
            <a:ext cx="6869336" cy="32212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5F209-1DDE-C0ED-0CD0-F52287F93287}"/>
              </a:ext>
            </a:extLst>
          </p:cNvPr>
          <p:cNvSpPr txBox="1"/>
          <p:nvPr/>
        </p:nvSpPr>
        <p:spPr>
          <a:xfrm>
            <a:off x="1408975" y="4066668"/>
            <a:ext cx="76367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대여량은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2011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보다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2012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년이 더 많다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월별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대여량은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월에 가장 많고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7~10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월도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대여량이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많다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그리고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월에 가장 적다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일별대여량은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일부터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일까지만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있고 나머지 날짜는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test.csv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그래서 이 데이터는 피처로 사용하면 안 된다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 대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대여량을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보면 출퇴근 시간에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대여량이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많은 것 같다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하지만 주말과 나누어 볼 필요가 있을 것 같다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초도 다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이기 때문에 의미가 없다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56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0C03B2D-8908-8E6F-CA0B-8C4ECE97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07A4D33D-3C42-0CD2-9E8E-15D2CCC6E50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59EC2A5-A08A-8015-E961-ACA2954B957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A30D9CA-34E9-277D-9AB2-A1BEFCEF17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3DFE64EE-D0B9-2427-AE67-2C8A56133211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EDA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488BD-3173-F1EA-BAD9-7C1B068DC9A6}"/>
              </a:ext>
            </a:extLst>
          </p:cNvPr>
          <p:cNvSpPr txBox="1"/>
          <p:nvPr/>
        </p:nvSpPr>
        <p:spPr>
          <a:xfrm>
            <a:off x="1408975" y="4202694"/>
            <a:ext cx="7636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풍속의 경우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숫자가 몰려 있는 것으로 보인다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아마도 관측되지 않은 수치에 대해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기록된 것이 아닐까 추측해 본다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0CCBE6-CAF9-139A-7CA2-E5221E734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1030223"/>
            <a:ext cx="6532118" cy="285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6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CADF052-034A-827C-5B15-3CA4B0CB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C98C02F6-AB6B-0722-1EF1-FFE9D770D8E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3788DF1A-DAFD-5D94-EABB-FC3FF3D1477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1581A45-0AB9-CBAB-C18A-A5C2B47869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443730C5-C331-318D-808C-80494702A10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EDA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9CCB4-84BD-13B1-ACAA-935401FD2433}"/>
              </a:ext>
            </a:extLst>
          </p:cNvPr>
          <p:cNvSpPr txBox="1"/>
          <p:nvPr/>
        </p:nvSpPr>
        <p:spPr>
          <a:xfrm>
            <a:off x="1408975" y="4338720"/>
            <a:ext cx="76367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2011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년보다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2012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년의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대여량이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더 많다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겨울보다는 여름에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대여량이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많다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2011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년과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2012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년의 월별 데이터를 이어보면 전체적으로 증가하는 추세이다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4A5FC6B-DEC2-1BF6-BDA0-C2DB285FAA20}"/>
              </a:ext>
            </a:extLst>
          </p:cNvPr>
          <p:cNvGrpSpPr/>
          <p:nvPr/>
        </p:nvGrpSpPr>
        <p:grpSpPr>
          <a:xfrm>
            <a:off x="1408975" y="930659"/>
            <a:ext cx="6592551" cy="3282182"/>
            <a:chOff x="1277124" y="940807"/>
            <a:chExt cx="6592551" cy="328218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273FCCC-BC17-DA3C-1D6C-19E2E2A4E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7137" y="2571750"/>
              <a:ext cx="6592538" cy="165123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AE38E34-B99D-887A-F4BE-190278B37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7124" y="940807"/>
              <a:ext cx="6592538" cy="16512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8173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077BCE0-E48C-C3C2-49FD-843B321E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9C41D18-20EB-B7C8-6C2E-4277D7995B9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30E96EE2-1BB4-6B1D-E04F-C0E6376004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0B4DAE1E-951D-36F7-4308-A81A7CFD2C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CD386C5F-4DB3-5801-02A5-27AB58A66AE7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Feature Engineering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80787-79EC-D885-B076-C726C40D1653}"/>
              </a:ext>
            </a:extLst>
          </p:cNvPr>
          <p:cNvSpPr txBox="1"/>
          <p:nvPr/>
        </p:nvSpPr>
        <p:spPr>
          <a:xfrm>
            <a:off x="1408963" y="4661885"/>
            <a:ext cx="7636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windspeed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풍속에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많다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잘못 기록된 데이터를 고쳐 줄 필요가 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6F4D9C-0039-566A-A7C0-94E1F1BB5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63" y="916859"/>
            <a:ext cx="6439030" cy="374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66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6646FBE8-F49D-2320-DEF1-8DA8DE83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3023206-8340-BA9B-9F99-4DC64CAD404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33D3499-31A0-804E-5FEE-31B0730BE01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662B96B7-12E0-CF38-B133-CC81BA4EF14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B9E711FA-0320-1358-44B4-DCC80B490075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Feature Engineering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F7410-35BC-216E-EE21-756BA590AC19}"/>
              </a:ext>
            </a:extLst>
          </p:cNvPr>
          <p:cNvSpPr txBox="1"/>
          <p:nvPr/>
        </p:nvSpPr>
        <p:spPr>
          <a:xfrm>
            <a:off x="1408963" y="4269070"/>
            <a:ext cx="7636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풍속이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 경우 </a:t>
            </a: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randomforest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예측을 해서 풍속을 넣어준다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풍속 예측 변수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season, weather, humidity, month, temp, year, </a:t>
            </a: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atemp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00BCD8-5D50-055F-CD96-EECC3F01C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63" y="1185754"/>
            <a:ext cx="7332364" cy="27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16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969FF2F-86D3-5343-87A8-EB68CC56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C17B74EA-256A-4749-5C31-AA238DECC36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9B9F03C-AA69-46FD-D20C-BECC6DC520F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D15ADD16-A8D8-0102-2942-3F03B5B758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64EF0663-908B-91D7-9D0C-410FF89B373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Feature Selection &amp; Score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71277-993E-D416-F237-2ED89622A1AB}"/>
              </a:ext>
            </a:extLst>
          </p:cNvPr>
          <p:cNvSpPr txBox="1"/>
          <p:nvPr/>
        </p:nvSpPr>
        <p:spPr>
          <a:xfrm>
            <a:off x="1408963" y="4495780"/>
            <a:ext cx="7636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Score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RMSLE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사용한다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가까운 값이 나올수록 정밀도가 높은 값이다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12FD65-587F-E22D-29D0-1A877813F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63" y="1059910"/>
            <a:ext cx="6483927" cy="15368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2B99AF-7579-AAAC-3D9E-5E5F32D16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963" y="2683041"/>
            <a:ext cx="6801323" cy="172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3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FD885EA4-5694-ED8B-0672-1B77CE7B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EDF08A2-C379-A884-63B1-63F633DB6AD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B6E104B-13ED-A11A-3AD2-1378B32BBC3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659E5C64-A636-10B9-C1D1-564A782D87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59E090BA-3244-597A-008C-CBF513E3C6E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Train &amp; Test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D8304-5D12-4CCD-AD48-6F3DA9C4BD9F}"/>
              </a:ext>
            </a:extLst>
          </p:cNvPr>
          <p:cNvSpPr txBox="1"/>
          <p:nvPr/>
        </p:nvSpPr>
        <p:spPr>
          <a:xfrm>
            <a:off x="1408963" y="4374960"/>
            <a:ext cx="7636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Randomforest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사용해서 모델을 학습한다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RMSLE : 0.33092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830795-C1F1-8135-74C7-F193ED2B4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988" y="1000125"/>
            <a:ext cx="68675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2523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299</Words>
  <Application>Microsoft Office PowerPoint</Application>
  <PresentationFormat>화면 슬라이드 쇼(16:9)</PresentationFormat>
  <Paragraphs>71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나눔바른고딕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김세린</dc:creator>
  <cp:lastModifiedBy>세린 김</cp:lastModifiedBy>
  <cp:revision>10</cp:revision>
  <dcterms:modified xsi:type="dcterms:W3CDTF">2025-10-28T05:40:54Z</dcterms:modified>
</cp:coreProperties>
</file>