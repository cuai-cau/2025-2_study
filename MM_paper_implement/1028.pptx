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60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DDEC57-5EFD-7283-D565-1A32D1CEE9E4}" v="1" dt="2025-04-28T08:16:03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7D7F90C-7890-E104-12E5-1BD3D4AA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DEEC070C-AC40-775D-2C6F-AD1ACD3AF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8AE2236A-7897-433A-69A1-06480B24A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358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하계 컨퍼런스 </a:t>
            </a:r>
            <a:r>
              <a:rPr lang="en-US" altLang="ko-KR" sz="2500" b="1" dirty="0">
                <a:solidFill>
                  <a:srgbClr val="19264B"/>
                </a:solidFill>
              </a:rPr>
              <a:t>MM 1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endParaRPr lang="ko" altLang="en-US"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rgbClr val="19264B"/>
                </a:solidFill>
              </a:rPr>
              <a:t>2025.07.29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오석준 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5008C51-50DF-BA46-9830-1707A25A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CD606A9-1E64-AD4F-0960-03B78B92B65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1FB9F173-19C6-1048-23A0-B4AD29B1582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B55C02F-3449-8EC8-0175-7BC28F420D0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6DAF7EE-7419-8DA1-DFCE-A801466393C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예정 스케줄</a:t>
            </a:r>
            <a:endParaRPr lang="ko" altLang="en-US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B44E77BE-2DFB-5165-028B-E1DA47FA73F7}"/>
              </a:ext>
            </a:extLst>
          </p:cNvPr>
          <p:cNvCxnSpPr/>
          <p:nvPr/>
        </p:nvCxnSpPr>
        <p:spPr>
          <a:xfrm>
            <a:off x="1422562" y="4231963"/>
            <a:ext cx="6887749" cy="5325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079B898B-C1DC-B1D0-3F9A-AE365C52D773}"/>
              </a:ext>
            </a:extLst>
          </p:cNvPr>
          <p:cNvSpPr/>
          <p:nvPr/>
        </p:nvSpPr>
        <p:spPr>
          <a:xfrm>
            <a:off x="1437044" y="3669710"/>
            <a:ext cx="3416383" cy="441028"/>
          </a:xfrm>
          <a:prstGeom prst="rightArrow">
            <a:avLst/>
          </a:prstGeom>
          <a:solidFill>
            <a:srgbClr val="ED7D31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4208DB1-1373-791D-9283-02278B89848D}"/>
              </a:ext>
            </a:extLst>
          </p:cNvPr>
          <p:cNvSpPr/>
          <p:nvPr/>
        </p:nvSpPr>
        <p:spPr>
          <a:xfrm>
            <a:off x="4873872" y="3669709"/>
            <a:ext cx="1005122" cy="44102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D7DB2D3C-E8B5-4C58-BEA8-86F7121A37D9}"/>
              </a:ext>
            </a:extLst>
          </p:cNvPr>
          <p:cNvSpPr/>
          <p:nvPr/>
        </p:nvSpPr>
        <p:spPr>
          <a:xfrm>
            <a:off x="5875954" y="3669708"/>
            <a:ext cx="2445614" cy="44102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E991F0-7852-F783-DA4D-D354C4A0A94C}"/>
              </a:ext>
            </a:extLst>
          </p:cNvPr>
          <p:cNvSpPr txBox="1"/>
          <p:nvPr/>
        </p:nvSpPr>
        <p:spPr>
          <a:xfrm>
            <a:off x="2315923" y="3733504"/>
            <a:ext cx="242192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멀티 </a:t>
            </a:r>
            <a:r>
              <a:rPr lang="ko-KR" altLang="en-US" dirty="0" err="1"/>
              <a:t>모달</a:t>
            </a:r>
            <a:r>
              <a:rPr lang="ko-KR" altLang="en-US" dirty="0"/>
              <a:t> 학습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C722B-A4BC-C015-DF0A-3539B4AE8FEA}"/>
              </a:ext>
            </a:extLst>
          </p:cNvPr>
          <p:cNvSpPr txBox="1"/>
          <p:nvPr/>
        </p:nvSpPr>
        <p:spPr>
          <a:xfrm>
            <a:off x="4945403" y="3733459"/>
            <a:ext cx="242192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DACON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C734C3-06A7-35FE-ABA3-FBF8169F402A}"/>
              </a:ext>
            </a:extLst>
          </p:cNvPr>
          <p:cNvSpPr txBox="1"/>
          <p:nvPr/>
        </p:nvSpPr>
        <p:spPr>
          <a:xfrm>
            <a:off x="6151034" y="3733459"/>
            <a:ext cx="242192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숏 페이퍼 주제 결정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A73A6F-A71D-EFD0-5ABC-A952B0B83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573" y="845454"/>
            <a:ext cx="4402381" cy="268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2433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On-screen Show (16:9)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NanumGothic ExtraBold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오석준</cp:lastModifiedBy>
  <cp:revision>4</cp:revision>
  <dcterms:modified xsi:type="dcterms:W3CDTF">2025-10-27T13:07:56Z</dcterms:modified>
</cp:coreProperties>
</file>