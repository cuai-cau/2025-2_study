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0B8AC-4C5C-4DF0-8B1A-9E0F34C2E0C1}" v="736" dt="2025-10-27T13:26:03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7D7F90C-7890-E104-12E5-1BD3D4AA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EEC070C-AC40-775D-2C6F-AD1ACD3AF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AE2236A-7897-433A-69A1-06480B24A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35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0FD2D37-D21E-4A76-15EB-E169D49A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F4F37A9-BB8F-8B14-3567-DA2CFBBCE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0859FB35-A578-B6EC-DF44-37146F97D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00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C0B5120-D0F3-8344-F96C-6B00DC07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9CACC14-8366-9726-FD76-153B75C36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503E615C-9022-D489-D277-51E35A38B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742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748AE06-110C-64E0-BA1E-00688F82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A6764F8-54BC-BB61-FEB7-981C9CFD1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A4583E8-F48C-F270-2D84-DCBDB0776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23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B45FF57-87B4-84C9-0D4B-4209A69A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D985295-B351-D97F-CD35-4080E01FE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13D199D-3803-FF4B-868E-D35604EB2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737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3DFCA88-63DF-AC94-F088-A5BA2CD5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5515D2E8-A057-F03D-96AC-32C4C9E2E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53888A6-A6F4-5DED-66E7-254BC3C15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88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 논문 구현 스터디 </a:t>
            </a:r>
            <a:r>
              <a:rPr lang="en-US" altLang="ko-KR" sz="2500" b="1" dirty="0">
                <a:solidFill>
                  <a:srgbClr val="19264B"/>
                </a:solidFill>
              </a:rPr>
              <a:t>MM</a:t>
            </a:r>
            <a:endParaRPr lang="ko" altLang="en-US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19264B"/>
                </a:solidFill>
              </a:rPr>
              <a:t>2025.11.18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 err="1">
                <a:solidFill>
                  <a:srgbClr val="19264B"/>
                </a:solidFill>
              </a:rPr>
              <a:t>오석준</a:t>
            </a:r>
            <a:r>
              <a:rPr lang="ko-KR" altLang="en-US" sz="1100" dirty="0">
                <a:solidFill>
                  <a:srgbClr val="19264B"/>
                </a:solidFill>
              </a:rPr>
              <a:t> 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5008C51-50DF-BA46-9830-1707A25A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CD606A9-1E64-AD4F-0960-03B78B92B65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FB9F173-19C6-1048-23A0-B4AD29B1582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B55C02F-3449-8EC8-0175-7BC28F420D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6DAF7EE-7419-8DA1-DFCE-A801466393CC}"/>
              </a:ext>
            </a:extLst>
          </p:cNvPr>
          <p:cNvSpPr txBox="1"/>
          <p:nvPr/>
        </p:nvSpPr>
        <p:spPr>
          <a:xfrm>
            <a:off x="1353975" y="225100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활동 방법 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DA2FE6-5863-BEC5-E872-960322C91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542" y="763679"/>
            <a:ext cx="6967202" cy="39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2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FC79AAC-B45F-66D0-32FD-AC3C21C5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A0BD332-7D30-40AF-2BAD-03D6B213EF8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9349FED-015C-C88B-F8CF-03BF453559B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8E1625ED-EEA1-2BD7-F671-E9546250BC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0B4E11F-D593-4623-2EAB-29DFB66956B4}"/>
              </a:ext>
            </a:extLst>
          </p:cNvPr>
          <p:cNvSpPr txBox="1"/>
          <p:nvPr/>
        </p:nvSpPr>
        <p:spPr>
          <a:xfrm>
            <a:off x="1353975" y="225100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BBBA6-F8EB-46FF-6FF1-C8632F773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406375"/>
            <a:ext cx="7060316" cy="3255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0CFA99-E4E7-6515-F2A0-173E6541AFD7}"/>
              </a:ext>
            </a:extLst>
          </p:cNvPr>
          <p:cNvSpPr txBox="1"/>
          <p:nvPr/>
        </p:nvSpPr>
        <p:spPr>
          <a:xfrm>
            <a:off x="1803710" y="3843475"/>
            <a:ext cx="618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CLIP  = Text Encoder + Image Encoder </a:t>
            </a:r>
            <a:r>
              <a:rPr lang="ko-KR" altLang="en-US"/>
              <a:t>대조학습을 통해 이미지와 텍스트의 연결  </a:t>
            </a:r>
          </a:p>
        </p:txBody>
      </p:sp>
    </p:spTree>
    <p:extLst>
      <p:ext uri="{BB962C8B-B14F-4D97-AF65-F5344CB8AC3E}">
        <p14:creationId xmlns:p14="http://schemas.microsoft.com/office/powerpoint/2010/main" val="427209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9CC0CB3-0FB8-4F11-FA60-FE9BDE78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5427224-DDA1-3E5F-4C0F-5C9C28E93CD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B07CD60-DF25-D6E3-11CB-F392728FE8C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882EB19-FEAB-498E-A0A5-3A01BC98FC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6369861-E2EC-4F2B-FE13-713D96183E7C}"/>
              </a:ext>
            </a:extLst>
          </p:cNvPr>
          <p:cNvSpPr txBox="1"/>
          <p:nvPr/>
        </p:nvSpPr>
        <p:spPr>
          <a:xfrm>
            <a:off x="1353975" y="225100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80850-C012-A9CA-56E2-60B63077A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940877"/>
            <a:ext cx="3012746" cy="3135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B135F0-4A77-0CCD-D9ED-D93083B83CFA}"/>
              </a:ext>
            </a:extLst>
          </p:cNvPr>
          <p:cNvSpPr txBox="1"/>
          <p:nvPr/>
        </p:nvSpPr>
        <p:spPr>
          <a:xfrm>
            <a:off x="4469354" y="747772"/>
            <a:ext cx="176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Image Encoder 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25065-571D-C6C4-DFB1-53A5D196D2E8}"/>
              </a:ext>
            </a:extLst>
          </p:cNvPr>
          <p:cNvSpPr txBox="1"/>
          <p:nvPr/>
        </p:nvSpPr>
        <p:spPr>
          <a:xfrm>
            <a:off x="7009548" y="747772"/>
            <a:ext cx="176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Text Encoder </a:t>
            </a:r>
            <a:endParaRPr lang="ko-KR" alt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A979A95-B3F4-4B14-C00C-4007DE938626}"/>
              </a:ext>
            </a:extLst>
          </p:cNvPr>
          <p:cNvSpPr/>
          <p:nvPr/>
        </p:nvSpPr>
        <p:spPr>
          <a:xfrm>
            <a:off x="4891668" y="1196898"/>
            <a:ext cx="401444" cy="3813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38D4472-733B-54DB-FCC9-119821425768}"/>
              </a:ext>
            </a:extLst>
          </p:cNvPr>
          <p:cNvSpPr/>
          <p:nvPr/>
        </p:nvSpPr>
        <p:spPr>
          <a:xfrm>
            <a:off x="7488791" y="1196898"/>
            <a:ext cx="401444" cy="3813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C406E-D8C3-E641-B9A3-4AD25B9061CA}"/>
              </a:ext>
            </a:extLst>
          </p:cNvPr>
          <p:cNvSpPr txBox="1"/>
          <p:nvPr/>
        </p:nvSpPr>
        <p:spPr>
          <a:xfrm>
            <a:off x="4539572" y="1716239"/>
            <a:ext cx="128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Image Embedding 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29240-8428-31B9-6524-E5578FC50C28}"/>
              </a:ext>
            </a:extLst>
          </p:cNvPr>
          <p:cNvSpPr txBox="1"/>
          <p:nvPr/>
        </p:nvSpPr>
        <p:spPr>
          <a:xfrm>
            <a:off x="7308792" y="1716239"/>
            <a:ext cx="128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Text Embedding 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87230-D0B7-4ACB-2CB1-4D29F94D689E}"/>
              </a:ext>
            </a:extLst>
          </p:cNvPr>
          <p:cNvSpPr txBox="1"/>
          <p:nvPr/>
        </p:nvSpPr>
        <p:spPr>
          <a:xfrm>
            <a:off x="5665845" y="2508324"/>
            <a:ext cx="176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Cosine Similarity 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C8A4E-2D82-A6AF-DCE2-BEF1FFF57296}"/>
              </a:ext>
            </a:extLst>
          </p:cNvPr>
          <p:cNvSpPr txBox="1"/>
          <p:nvPr/>
        </p:nvSpPr>
        <p:spPr>
          <a:xfrm>
            <a:off x="6097562" y="2816101"/>
            <a:ext cx="182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유사도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AD40F-A71A-8B5A-D702-02A08717DD5E}"/>
              </a:ext>
            </a:extLst>
          </p:cNvPr>
          <p:cNvSpPr txBox="1"/>
          <p:nvPr/>
        </p:nvSpPr>
        <p:spPr>
          <a:xfrm>
            <a:off x="5536499" y="3106941"/>
            <a:ext cx="2153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Logits: </a:t>
            </a:r>
            <a:r>
              <a:rPr lang="ko-KR" altLang="en-US"/>
              <a:t>둘이 얼마나 유사한지 나타내는 정도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8D6D64-E9ED-F5EF-CF3C-C964C33EC640}"/>
              </a:ext>
            </a:extLst>
          </p:cNvPr>
          <p:cNvCxnSpPr>
            <a:stCxn id="14" idx="2"/>
          </p:cNvCxnSpPr>
          <p:nvPr/>
        </p:nvCxnSpPr>
        <p:spPr>
          <a:xfrm flipH="1">
            <a:off x="5536499" y="3630161"/>
            <a:ext cx="1076507" cy="446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B78BDC-0FEA-5100-CF7F-E5E573891ED6}"/>
              </a:ext>
            </a:extLst>
          </p:cNvPr>
          <p:cNvCxnSpPr>
            <a:cxnSpLocks/>
          </p:cNvCxnSpPr>
          <p:nvPr/>
        </p:nvCxnSpPr>
        <p:spPr>
          <a:xfrm>
            <a:off x="6613006" y="3630161"/>
            <a:ext cx="1076507" cy="446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AFFB78B-7F5E-C1EE-88C5-F6877D1AAF27}"/>
              </a:ext>
            </a:extLst>
          </p:cNvPr>
          <p:cNvSpPr txBox="1"/>
          <p:nvPr/>
        </p:nvSpPr>
        <p:spPr>
          <a:xfrm>
            <a:off x="4302306" y="4136444"/>
            <a:ext cx="231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Loss_i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cross entropy loss of image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3A972E-3899-E546-45F8-749AC66D4C98}"/>
              </a:ext>
            </a:extLst>
          </p:cNvPr>
          <p:cNvSpPr txBox="1"/>
          <p:nvPr/>
        </p:nvSpPr>
        <p:spPr>
          <a:xfrm>
            <a:off x="6833300" y="4136444"/>
            <a:ext cx="231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Loss_t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cross entropy loss of text </a:t>
            </a:r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2D54CE-67E5-4C24-C1C9-ACEC61DEE7DC}"/>
              </a:ext>
            </a:extLst>
          </p:cNvPr>
          <p:cNvSpPr txBox="1"/>
          <p:nvPr/>
        </p:nvSpPr>
        <p:spPr>
          <a:xfrm>
            <a:off x="2511575" y="4244165"/>
            <a:ext cx="923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Loss</a:t>
            </a:r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60767B-3BC0-8B6D-6709-86EB0EBFFD5A}"/>
              </a:ext>
            </a:extLst>
          </p:cNvPr>
          <p:cNvSpPr txBox="1"/>
          <p:nvPr/>
        </p:nvSpPr>
        <p:spPr>
          <a:xfrm>
            <a:off x="3545366" y="4237304"/>
            <a:ext cx="923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=</a:t>
            </a:r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D58D81-77C9-90F8-E5B2-4D0F3C4611F9}"/>
              </a:ext>
            </a:extLst>
          </p:cNvPr>
          <p:cNvSpPr txBox="1"/>
          <p:nvPr/>
        </p:nvSpPr>
        <p:spPr>
          <a:xfrm>
            <a:off x="6556449" y="4244165"/>
            <a:ext cx="923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+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86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21B7809-EC62-0396-50AA-F568645A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2E1573D9-375B-4119-9C04-CDB7723CA37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FA2660A-FF7B-4472-5576-CA773D9E64E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A3354A2-7CF6-551E-DF38-1D6671266B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1248AA0-39E4-43F0-2E5C-D15384AE0796}"/>
              </a:ext>
            </a:extLst>
          </p:cNvPr>
          <p:cNvSpPr txBox="1"/>
          <p:nvPr/>
        </p:nvSpPr>
        <p:spPr>
          <a:xfrm>
            <a:off x="1353975" y="225100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69E1FF-9BF7-6FED-467A-82D1733B89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1"/>
          <a:stretch>
            <a:fillRect/>
          </a:stretch>
        </p:blipFill>
        <p:spPr>
          <a:xfrm>
            <a:off x="1597153" y="308638"/>
            <a:ext cx="4426312" cy="137385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190E76B-7A46-9BE9-5F78-248BE2B02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528" y="1502446"/>
            <a:ext cx="4747979" cy="364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09C5115-F0A1-D672-A6ED-3684C5E0B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168" y="2188715"/>
            <a:ext cx="2476180" cy="246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41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82C4DB8-60B8-52A1-2FBA-8451D57D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DE11057-82E1-73E7-2E35-A646674F2B2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4255CBB-EBF9-503B-DC0E-8D30FBCF93E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2C1E866-7201-C508-2FC3-FCC0ECF292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41A70F0-7DEC-C736-D9F2-E00F5B1838A4}"/>
              </a:ext>
            </a:extLst>
          </p:cNvPr>
          <p:cNvSpPr txBox="1"/>
          <p:nvPr/>
        </p:nvSpPr>
        <p:spPr>
          <a:xfrm>
            <a:off x="1353975" y="1142105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920A1E-E13D-8A02-B094-4FE53B45A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1055550"/>
            <a:ext cx="4908292" cy="26645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B9334FD-E425-F608-6A34-CB9A83FE8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118" y="1055550"/>
            <a:ext cx="2477719" cy="2827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56DCA-700C-D31F-60C6-481C74817DD1}"/>
              </a:ext>
            </a:extLst>
          </p:cNvPr>
          <p:cNvSpPr txBox="1"/>
          <p:nvPr/>
        </p:nvSpPr>
        <p:spPr>
          <a:xfrm>
            <a:off x="1989922" y="3729018"/>
            <a:ext cx="3636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https://github.com/mlfoundations/open_clip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165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57F85EF-43D4-6AB1-6462-BD099DAB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7A6EF51-EBB0-F414-CDB7-60FA77B1673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A03E996E-F41C-4DDA-023F-67DFF0020ED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DCAE05F-45E7-F92E-C4D3-BDA328F1A6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EC424-9EAE-CB69-A45B-AFE2D62DD2AF}"/>
              </a:ext>
            </a:extLst>
          </p:cNvPr>
          <p:cNvSpPr txBox="1"/>
          <p:nvPr/>
        </p:nvSpPr>
        <p:spPr>
          <a:xfrm>
            <a:off x="1353975" y="410479"/>
            <a:ext cx="6751742" cy="4253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이미지 ↔ 텍스트를 같은 </a:t>
            </a:r>
            <a:r>
              <a:rPr lang="ko-KR" altLang="en-US" b="1" dirty="0" err="1"/>
              <a:t>임베딩</a:t>
            </a:r>
            <a:r>
              <a:rPr lang="ko-KR" altLang="en-US" b="1" dirty="0"/>
              <a:t> 공간에 매핑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dirty="0"/>
              <a:t>더 풍부한 자연어 표현으로 학습 이미지에 없던 개념도 이해 가능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dirty="0"/>
              <a:t>다양한 활용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이미지 분류 </a:t>
            </a:r>
            <a:r>
              <a:rPr lang="en-US" altLang="ko-KR" dirty="0"/>
              <a:t>(Zero-shot Classification)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이미지 검색 </a:t>
            </a:r>
            <a:r>
              <a:rPr lang="en-US" altLang="ko-KR" dirty="0"/>
              <a:t>/ </a:t>
            </a:r>
            <a:r>
              <a:rPr lang="ko-KR" altLang="en-US" dirty="0"/>
              <a:t>텍스트 기반 이미지 검색 </a:t>
            </a:r>
            <a:r>
              <a:rPr lang="en-US" altLang="ko-KR" dirty="0"/>
              <a:t>(Text-to-Image Retrieval)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이미지 캡션 생성 모델의 백본 </a:t>
            </a:r>
            <a:r>
              <a:rPr lang="en-US" altLang="ko-KR" dirty="0"/>
              <a:t>(Vision-Language Backbone)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텍스트 조건 기반 이미지 생성 </a:t>
            </a:r>
            <a:r>
              <a:rPr lang="en-US" altLang="ko-KR" dirty="0"/>
              <a:t>(Stable Diffusion / Midjourney </a:t>
            </a:r>
            <a:r>
              <a:rPr lang="ko-KR" altLang="en-US" dirty="0"/>
              <a:t>내부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err="1"/>
              <a:t>딥페이크</a:t>
            </a:r>
            <a:r>
              <a:rPr lang="ko-KR" altLang="en-US" dirty="0"/>
              <a:t> 탐지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이상 탐지 </a:t>
            </a:r>
            <a:r>
              <a:rPr lang="en-US" altLang="ko-KR" dirty="0"/>
              <a:t>(Anomaly Detection)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로봇 조작 </a:t>
            </a:r>
            <a:r>
              <a:rPr lang="en-US" altLang="ko-KR" dirty="0"/>
              <a:t>/ VLM </a:t>
            </a:r>
            <a:r>
              <a:rPr lang="ko-KR" altLang="en-US" dirty="0"/>
              <a:t>기반 </a:t>
            </a:r>
            <a:r>
              <a:rPr lang="en-US" altLang="ko-KR" dirty="0"/>
              <a:t>Robotics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콘텐츠 필터링 </a:t>
            </a:r>
            <a:r>
              <a:rPr lang="en-US" altLang="ko-KR" dirty="0"/>
              <a:t>/ NSFW </a:t>
            </a:r>
            <a:r>
              <a:rPr lang="ko-KR" altLang="en-US" dirty="0"/>
              <a:t>감지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추천 시스템 </a:t>
            </a:r>
            <a:r>
              <a:rPr lang="en-US" altLang="ko-KR" dirty="0"/>
              <a:t>(</a:t>
            </a:r>
            <a:r>
              <a:rPr lang="ko-KR" altLang="en-US" dirty="0"/>
              <a:t>이미지 기반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19832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160</Words>
  <Application>Microsoft Office PowerPoint</Application>
  <PresentationFormat>화면 슬라이드 쇼(16:9)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NanumGothic ExtraBold</vt:lpstr>
      <vt:lpstr>Arial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오석준</dc:creator>
  <cp:lastModifiedBy>동건 김</cp:lastModifiedBy>
  <cp:revision>3</cp:revision>
  <dcterms:modified xsi:type="dcterms:W3CDTF">2025-11-18T04:41:10Z</dcterms:modified>
</cp:coreProperties>
</file>